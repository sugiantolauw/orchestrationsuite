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40" r:id="rId4"/>
    <p:sldMasterId id="2147483848" r:id="rId5"/>
  </p:sldMasterIdLst>
  <p:notesMasterIdLst>
    <p:notesMasterId r:id="rId18"/>
  </p:notesMasterIdLst>
  <p:sldIdLst/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4" pos="224" userDrawn="1">
          <p15:clr>
            <a:srgbClr val="A4A3A4"/>
          </p15:clr>
        </p15:guide>
        <p15:guide id="5" pos="7454" userDrawn="1">
          <p15:clr>
            <a:srgbClr val="A4A3A4"/>
          </p15:clr>
        </p15:guide>
        <p15:guide id="6" orient="horz" pos="662" userDrawn="1">
          <p15:clr>
            <a:srgbClr val="A4A3A4"/>
          </p15:clr>
        </p15:guide>
        <p15:guide id="7" orient="horz" pos="224" userDrawn="1">
          <p15:clr>
            <a:srgbClr val="A4A3A4"/>
          </p15:clr>
        </p15:guide>
        <p15:guide id="8" orient="horz" pos="1221" userDrawn="1">
          <p15:clr>
            <a:srgbClr val="A4A3A4"/>
          </p15:clr>
        </p15:guide>
        <p15:guide id="9" orient="horz" pos="1100" userDrawn="1">
          <p15:clr>
            <a:srgbClr val="A4A3A4"/>
          </p15:clr>
        </p15:guide>
        <p15:guide id="10" orient="horz" pos="843" userDrawn="1">
          <p15:clr>
            <a:srgbClr val="A4A3A4"/>
          </p15:clr>
        </p15:guide>
        <p15:guide id="11" orient="horz" pos="3783" userDrawn="1">
          <p15:clr>
            <a:srgbClr val="A4A3A4"/>
          </p15:clr>
        </p15:guide>
        <p15:guide id="12" orient="horz" pos="3929" userDrawn="1">
          <p15:clr>
            <a:srgbClr val="A4A3A4"/>
          </p15:clr>
        </p15:guide>
        <p15:guide id="13" orient="horz" pos="420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37"/>
        <p:guide pos="3840"/>
        <p:guide pos="224"/>
        <p:guide pos="7454"/>
        <p:guide orient="horz" pos="662"/>
        <p:guide orient="horz" pos="224"/>
        <p:guide orient="horz" pos="1221"/>
        <p:guide orient="horz" pos="1100"/>
        <p:guide orient="horz" pos="843"/>
        <p:guide orient="horz" pos="3783"/>
        <p:guide orient="horz" pos="3929"/>
        <p:guide orient="horz" pos="4204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2F9C7C-7A40-824D-BBE7-9C4E3A34CABA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D06944-25E6-D048-8E0D-A65778AC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47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singteloptus.sharepoint.com/sites/dept_brand/Pages/Templates.aspx" TargetMode="Externa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 Teal No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849AF26F-3B56-414F-8735-6B89D0B4C2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96459" y="-4201884"/>
            <a:ext cx="17868225" cy="1425825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A44CBD7B-6924-8441-A258-6DD16FD94D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91079" y="6427572"/>
            <a:ext cx="939176" cy="184152"/>
          </a:xfrm>
          <a:prstGeom prst="rect">
            <a:avLst/>
          </a:prstGeom>
          <a:noFill/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 Jade No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C124FC3-3E22-D74B-8FD6-C8D589A977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96459" y="-4201884"/>
            <a:ext cx="17868225" cy="142582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613C7E-7C81-6F4F-8709-C25F2388569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91079" y="6427572"/>
            <a:ext cx="939176" cy="1841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398913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 Yellow No Tex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58C6732F-593D-A649-87C6-2A59C29EB9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96459" y="-4201884"/>
            <a:ext cx="17868225" cy="1425825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795867C-EA32-684C-86D4-B8D3583C03E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91079" y="6427572"/>
            <a:ext cx="939176" cy="184152"/>
          </a:xfrm>
          <a:prstGeom prst="rect">
            <a:avLst/>
          </a:prstGeom>
          <a:noFill/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 Tea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D1B56034-B5D1-F049-8B37-CCAAE2F79C7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237" t="44590" r="20373" b="33988"/>
          <a:stretch/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8774" y="2276922"/>
            <a:ext cx="7108825" cy="994517"/>
          </a:xfrm>
        </p:spPr>
        <p:txBody>
          <a:bodyPr anchor="b"/>
          <a:lstStyle>
            <a:lvl1pPr algn="l">
              <a:defRPr sz="4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 Here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58775" y="3313343"/>
            <a:ext cx="6026400" cy="515708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bg1"/>
                </a:solidFill>
                <a:latin typeface="+mj-lt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Subheading Goes Here</a:t>
            </a:r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6" hasCustomPrompt="1"/>
          </p:nvPr>
        </p:nvSpPr>
        <p:spPr>
          <a:xfrm>
            <a:off x="358775" y="3813049"/>
            <a:ext cx="6026400" cy="282701"/>
          </a:xfrm>
        </p:spPr>
        <p:txBody>
          <a:bodyPr/>
          <a:lstStyle>
            <a:lvl1pPr marL="0" indent="0"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Date Month Year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32D9D0-1762-1A42-89C4-D672F1DE22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5201" y="6029700"/>
            <a:ext cx="2279647" cy="88867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ver Slide Tea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9F990EE-441C-9E4F-8FCB-F329816610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237" t="44590" r="20374" b="33988"/>
          <a:stretch/>
        </p:blipFill>
        <p:spPr>
          <a:xfrm>
            <a:off x="-1" y="1"/>
            <a:ext cx="12192001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8774" y="2276922"/>
            <a:ext cx="7108825" cy="994517"/>
          </a:xfrm>
        </p:spPr>
        <p:txBody>
          <a:bodyPr anchor="b"/>
          <a:lstStyle>
            <a:lvl1pPr algn="l">
              <a:defRPr sz="4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 Here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58775" y="3313343"/>
            <a:ext cx="6026400" cy="515708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bg1"/>
                </a:solidFill>
                <a:latin typeface="+mj-lt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Subheading Goes Here</a:t>
            </a:r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6" hasCustomPrompt="1"/>
          </p:nvPr>
        </p:nvSpPr>
        <p:spPr>
          <a:xfrm>
            <a:off x="358775" y="3813049"/>
            <a:ext cx="6026400" cy="282701"/>
          </a:xfrm>
        </p:spPr>
        <p:txBody>
          <a:bodyPr/>
          <a:lstStyle>
            <a:lvl1pPr marL="0" indent="0"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Date Month Year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1D76042-1C8D-224B-BEF3-43031108179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5201" y="6029700"/>
            <a:ext cx="2279647" cy="888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686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 Yellow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CC97CA81-284C-4D4F-A3ED-A401CA2856F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236" t="44590" r="20374" b="33988"/>
          <a:stretch/>
        </p:blipFill>
        <p:spPr>
          <a:xfrm>
            <a:off x="0" y="1"/>
            <a:ext cx="12191999" cy="6858000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79BFFB85-F22B-DE42-9634-8A412B16E59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58774" y="2276922"/>
            <a:ext cx="7108825" cy="994517"/>
          </a:xfrm>
        </p:spPr>
        <p:txBody>
          <a:bodyPr anchor="b"/>
          <a:lstStyle>
            <a:lvl1pPr algn="l">
              <a:defRPr sz="4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 Here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7E2F9751-9F7B-F544-A99F-1DC33F3A549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58775" y="3313343"/>
            <a:ext cx="6026400" cy="515708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bg1"/>
                </a:solidFill>
                <a:latin typeface="+mj-lt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Subheading Goes Here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A988B06A-93EA-994C-9710-18EDC70C113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8775" y="3813049"/>
            <a:ext cx="6026400" cy="282701"/>
          </a:xfrm>
        </p:spPr>
        <p:txBody>
          <a:bodyPr/>
          <a:lstStyle>
            <a:lvl1pPr marL="0" indent="0"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Date Month Year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AF0398-C791-F441-B586-40B9B73FAEF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5200" y="6029700"/>
            <a:ext cx="2279650" cy="88867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White - Large Fo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1A7404E-7900-C445-A741-B0377E592B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8775" y="2282442"/>
            <a:ext cx="11461750" cy="2293116"/>
          </a:xfrm>
        </p:spPr>
        <p:txBody>
          <a:bodyPr anchor="t"/>
          <a:lstStyle>
            <a:lvl1pPr>
              <a:lnSpc>
                <a:spcPct val="85000"/>
              </a:lnSpc>
              <a:defRPr sz="9500">
                <a:solidFill>
                  <a:schemeClr val="accent2"/>
                </a:solidFill>
              </a:defRPr>
            </a:lvl1pPr>
          </a:lstStyle>
          <a:p>
            <a:r>
              <a:rPr lang="en-US"/>
              <a:t>Second line</a:t>
            </a:r>
            <a:br>
              <a:rPr lang="en-US"/>
            </a:br>
            <a:r>
              <a:rPr lang="en-US"/>
              <a:t>can be yellow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 Teal - Large Fo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CD06D4-F814-184B-887A-F158EBEFD8A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1079" y="6427572"/>
            <a:ext cx="939176" cy="184152"/>
          </a:xfrm>
          <a:prstGeom prst="rect">
            <a:avLst/>
          </a:prstGeom>
          <a:noFill/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894A1EDC-B058-E642-B9D6-68CF107685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8775" y="2282442"/>
            <a:ext cx="11461750" cy="2293116"/>
          </a:xfrm>
        </p:spPr>
        <p:txBody>
          <a:bodyPr anchor="t"/>
          <a:lstStyle>
            <a:lvl1pPr>
              <a:lnSpc>
                <a:spcPct val="85000"/>
              </a:lnSpc>
              <a:defRPr sz="9500">
                <a:solidFill>
                  <a:schemeClr val="bg1"/>
                </a:solidFill>
              </a:defRPr>
            </a:lvl1pPr>
          </a:lstStyle>
          <a:p>
            <a:r>
              <a:rPr lang="en-US"/>
              <a:t>Second line</a:t>
            </a:r>
            <a:br>
              <a:rPr lang="en-US"/>
            </a:br>
            <a:r>
              <a:rPr lang="en-US"/>
              <a:t>can be yellow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 Yellow - Large Fo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64970E-5D0C-EE4F-9CD6-96A57F6B818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1079" y="6427572"/>
            <a:ext cx="939176" cy="184152"/>
          </a:xfrm>
          <a:prstGeom prst="rect">
            <a:avLst/>
          </a:prstGeom>
          <a:noFill/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387A4351-BFB2-B248-91EF-4F692386D9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8775" y="2282442"/>
            <a:ext cx="11461750" cy="2293116"/>
          </a:xfrm>
        </p:spPr>
        <p:txBody>
          <a:bodyPr anchor="t"/>
          <a:lstStyle>
            <a:lvl1pPr>
              <a:lnSpc>
                <a:spcPct val="85000"/>
              </a:lnSpc>
              <a:defRPr sz="9500">
                <a:solidFill>
                  <a:schemeClr val="accent2"/>
                </a:solidFill>
              </a:defRPr>
            </a:lvl1pPr>
          </a:lstStyle>
          <a:p>
            <a:r>
              <a:rPr lang="en-US"/>
              <a:t>Second line</a:t>
            </a:r>
            <a:br>
              <a:rPr lang="en-US"/>
            </a:br>
            <a:r>
              <a:rPr lang="en-US"/>
              <a:t>can be white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 Berry - Large Fo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F4618B-952F-8F41-89AF-EACB0E16A7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1079" y="6427572"/>
            <a:ext cx="939176" cy="184152"/>
          </a:xfrm>
          <a:prstGeom prst="rect">
            <a:avLst/>
          </a:prstGeom>
          <a:noFill/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4214C45-997F-DF49-8142-F03652F308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8775" y="2282442"/>
            <a:ext cx="11461750" cy="2293116"/>
          </a:xfrm>
        </p:spPr>
        <p:txBody>
          <a:bodyPr anchor="t"/>
          <a:lstStyle>
            <a:lvl1pPr>
              <a:lnSpc>
                <a:spcPct val="85000"/>
              </a:lnSpc>
              <a:defRPr sz="9500">
                <a:solidFill>
                  <a:schemeClr val="bg1"/>
                </a:solidFill>
              </a:defRPr>
            </a:lvl1pPr>
          </a:lstStyle>
          <a:p>
            <a:r>
              <a:rPr lang="en-US"/>
              <a:t>Second line</a:t>
            </a:r>
            <a:br>
              <a:rPr lang="en-US"/>
            </a:br>
            <a:r>
              <a:rPr lang="en-US"/>
              <a:t>can be teal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White - Small Fo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5125" y="2780708"/>
            <a:ext cx="11461750" cy="1296583"/>
          </a:xfrm>
        </p:spPr>
        <p:txBody>
          <a:bodyPr anchor="t"/>
          <a:lstStyle>
            <a:lvl1pPr>
              <a:lnSpc>
                <a:spcPct val="85000"/>
              </a:lnSpc>
              <a:defRPr sz="5500"/>
            </a:lvl1pPr>
          </a:lstStyle>
          <a:p>
            <a:r>
              <a:rPr lang="en-US"/>
              <a:t>Divider for a </a:t>
            </a:r>
            <a:br>
              <a:rPr lang="en-US"/>
            </a:br>
            <a:r>
              <a:rPr lang="en-US"/>
              <a:t>longer bold heading</a:t>
            </a:r>
          </a:p>
        </p:txBody>
      </p:sp>
      <p:sp>
        <p:nvSpPr>
          <p:cNvPr id="6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 Teal - Small Fo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0053ED-540E-3B4C-9203-963F26D9FE8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1079" y="6427572"/>
            <a:ext cx="939176" cy="184152"/>
          </a:xfrm>
          <a:prstGeom prst="rect">
            <a:avLst/>
          </a:prstGeom>
          <a:noFill/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545073F2-37AC-E948-9A96-EDAFF6B341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5125" y="2780708"/>
            <a:ext cx="11461750" cy="1296583"/>
          </a:xfrm>
        </p:spPr>
        <p:txBody>
          <a:bodyPr anchor="t"/>
          <a:lstStyle>
            <a:lvl1pPr>
              <a:lnSpc>
                <a:spcPct val="85000"/>
              </a:lnSpc>
              <a:defRPr sz="550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for a </a:t>
            </a:r>
            <a:br>
              <a:rPr lang="en-US"/>
            </a:br>
            <a:r>
              <a:rPr lang="en-US"/>
              <a:t>longer bold heading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 Yellow - Small Fo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1FFB4D-8ECC-4648-A43B-A1193FD6F5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1079" y="6427572"/>
            <a:ext cx="939176" cy="184152"/>
          </a:xfrm>
          <a:prstGeom prst="rect">
            <a:avLst/>
          </a:prstGeom>
          <a:noFill/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0A703B3A-2389-EA4C-9CE3-2BDE8C506D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5125" y="2780708"/>
            <a:ext cx="11461750" cy="1296583"/>
          </a:xfrm>
        </p:spPr>
        <p:txBody>
          <a:bodyPr anchor="t"/>
          <a:lstStyle>
            <a:lvl1pPr>
              <a:lnSpc>
                <a:spcPct val="85000"/>
              </a:lnSpc>
              <a:defRPr sz="5500"/>
            </a:lvl1pPr>
          </a:lstStyle>
          <a:p>
            <a:r>
              <a:rPr lang="en-US"/>
              <a:t>Divider for a </a:t>
            </a:r>
            <a:br>
              <a:rPr lang="en-US"/>
            </a:br>
            <a:r>
              <a:rPr lang="en-US"/>
              <a:t>longer bold heading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 Berry - Small Fo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4D4298-DF9F-684A-B0DF-3FB2C94E92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1079" y="6427572"/>
            <a:ext cx="939176" cy="184152"/>
          </a:xfrm>
          <a:prstGeom prst="rect">
            <a:avLst/>
          </a:prstGeom>
          <a:noFill/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0CDCD4FC-3C10-C843-8BBC-29F3841D5F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5125" y="2780708"/>
            <a:ext cx="11461750" cy="1296583"/>
          </a:xfrm>
        </p:spPr>
        <p:txBody>
          <a:bodyPr anchor="t"/>
          <a:lstStyle>
            <a:lvl1pPr>
              <a:lnSpc>
                <a:spcPct val="85000"/>
              </a:lnSpc>
              <a:defRPr sz="550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for a </a:t>
            </a:r>
            <a:br>
              <a:rPr lang="en-US"/>
            </a:br>
            <a:r>
              <a:rPr lang="en-US"/>
              <a:t>longer bold heading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genda Tea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75" y="2984252"/>
            <a:ext cx="3540125" cy="695325"/>
          </a:xfrm>
        </p:spPr>
        <p:txBody>
          <a:bodyPr/>
          <a:lstStyle>
            <a:lvl1pPr>
              <a:defRPr sz="55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5263811" y="695581"/>
            <a:ext cx="2659062" cy="446870"/>
          </a:xfrm>
        </p:spPr>
        <p:txBody>
          <a:bodyPr anchor="t"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tabLst/>
              <a:defRPr sz="20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Agenda item </a:t>
            </a:r>
            <a:br>
              <a:rPr lang="en-US"/>
            </a:br>
            <a:r>
              <a:rPr lang="en-US"/>
              <a:t>goes here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6" hasCustomPrompt="1"/>
          </p:nvPr>
        </p:nvSpPr>
        <p:spPr>
          <a:xfrm>
            <a:off x="3905230" y="470603"/>
            <a:ext cx="936150" cy="751819"/>
          </a:xfrm>
        </p:spPr>
        <p:txBody>
          <a:bodyPr/>
          <a:lstStyle>
            <a:lvl1pPr marL="0" indent="0" algn="r">
              <a:buFontTx/>
              <a:buNone/>
              <a:defRPr sz="6000">
                <a:solidFill>
                  <a:schemeClr val="accent3"/>
                </a:solidFill>
                <a:latin typeface="+mj-lt"/>
              </a:defRPr>
            </a:lvl1pPr>
            <a:lvl2pPr>
              <a:defRPr sz="5400">
                <a:solidFill>
                  <a:schemeClr val="accent3"/>
                </a:solidFill>
                <a:latin typeface="+mj-lt"/>
              </a:defRPr>
            </a:lvl2pPr>
            <a:lvl3pPr>
              <a:defRPr sz="4400">
                <a:solidFill>
                  <a:schemeClr val="accent3"/>
                </a:solidFill>
                <a:latin typeface="+mj-lt"/>
              </a:defRPr>
            </a:lvl3pPr>
            <a:lvl4pPr>
              <a:defRPr sz="4400">
                <a:solidFill>
                  <a:schemeClr val="accent3"/>
                </a:solidFill>
                <a:latin typeface="+mj-lt"/>
              </a:defRPr>
            </a:lvl4pPr>
            <a:lvl5pPr>
              <a:defRPr sz="4400">
                <a:solidFill>
                  <a:schemeClr val="accent3"/>
                </a:solidFill>
                <a:latin typeface="+mj-lt"/>
              </a:defRPr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0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7" hasCustomPrompt="1"/>
          </p:nvPr>
        </p:nvSpPr>
        <p:spPr>
          <a:xfrm>
            <a:off x="5263811" y="1861242"/>
            <a:ext cx="2659062" cy="446870"/>
          </a:xfrm>
        </p:spPr>
        <p:txBody>
          <a:bodyPr anchor="t"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tabLst/>
              <a:defRPr sz="20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Agenda item </a:t>
            </a:r>
            <a:br>
              <a:rPr lang="en-US"/>
            </a:br>
            <a:r>
              <a:rPr lang="en-US"/>
              <a:t>goes here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3905230" y="1630114"/>
            <a:ext cx="936150" cy="751819"/>
          </a:xfrm>
        </p:spPr>
        <p:txBody>
          <a:bodyPr/>
          <a:lstStyle>
            <a:lvl1pPr marL="0" indent="0" algn="r">
              <a:buFontTx/>
              <a:buNone/>
              <a:defRPr sz="6000">
                <a:solidFill>
                  <a:schemeClr val="accent3"/>
                </a:solidFill>
                <a:latin typeface="+mj-lt"/>
              </a:defRPr>
            </a:lvl1pPr>
            <a:lvl2pPr>
              <a:defRPr sz="5400">
                <a:solidFill>
                  <a:schemeClr val="accent3"/>
                </a:solidFill>
                <a:latin typeface="+mj-lt"/>
              </a:defRPr>
            </a:lvl2pPr>
            <a:lvl3pPr>
              <a:defRPr sz="4400">
                <a:solidFill>
                  <a:schemeClr val="accent3"/>
                </a:solidFill>
                <a:latin typeface="+mj-lt"/>
              </a:defRPr>
            </a:lvl3pPr>
            <a:lvl4pPr>
              <a:defRPr sz="4400">
                <a:solidFill>
                  <a:schemeClr val="accent3"/>
                </a:solidFill>
                <a:latin typeface="+mj-lt"/>
              </a:defRPr>
            </a:lvl4pPr>
            <a:lvl5pPr>
              <a:defRPr sz="4400">
                <a:solidFill>
                  <a:schemeClr val="accent3"/>
                </a:solidFill>
                <a:latin typeface="+mj-lt"/>
              </a:defRPr>
            </a:lvl5pPr>
          </a:lstStyle>
          <a:p>
            <a:pPr lvl="0"/>
            <a:r>
              <a:rPr lang="en-US"/>
              <a:t>2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19" hasCustomPrompt="1"/>
          </p:nvPr>
        </p:nvSpPr>
        <p:spPr>
          <a:xfrm>
            <a:off x="5263811" y="3026903"/>
            <a:ext cx="2659062" cy="446870"/>
          </a:xfrm>
        </p:spPr>
        <p:txBody>
          <a:bodyPr anchor="t"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tabLst/>
              <a:defRPr sz="20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Agenda item </a:t>
            </a:r>
            <a:br>
              <a:rPr lang="en-US"/>
            </a:br>
            <a:r>
              <a:rPr lang="en-US"/>
              <a:t>goes here</a:t>
            </a:r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20" hasCustomPrompt="1"/>
          </p:nvPr>
        </p:nvSpPr>
        <p:spPr>
          <a:xfrm>
            <a:off x="3905230" y="2789625"/>
            <a:ext cx="936150" cy="751819"/>
          </a:xfrm>
        </p:spPr>
        <p:txBody>
          <a:bodyPr/>
          <a:lstStyle>
            <a:lvl1pPr marL="0" indent="0" algn="r">
              <a:buFontTx/>
              <a:buNone/>
              <a:defRPr sz="6000">
                <a:solidFill>
                  <a:schemeClr val="accent3"/>
                </a:solidFill>
                <a:latin typeface="+mj-lt"/>
              </a:defRPr>
            </a:lvl1pPr>
            <a:lvl2pPr>
              <a:defRPr sz="5400">
                <a:solidFill>
                  <a:schemeClr val="accent3"/>
                </a:solidFill>
                <a:latin typeface="+mj-lt"/>
              </a:defRPr>
            </a:lvl2pPr>
            <a:lvl3pPr>
              <a:defRPr sz="4400">
                <a:solidFill>
                  <a:schemeClr val="accent3"/>
                </a:solidFill>
                <a:latin typeface="+mj-lt"/>
              </a:defRPr>
            </a:lvl3pPr>
            <a:lvl4pPr>
              <a:defRPr sz="4400">
                <a:solidFill>
                  <a:schemeClr val="accent3"/>
                </a:solidFill>
                <a:latin typeface="+mj-lt"/>
              </a:defRPr>
            </a:lvl4pPr>
            <a:lvl5pPr>
              <a:defRPr sz="4400">
                <a:solidFill>
                  <a:schemeClr val="accent3"/>
                </a:solidFill>
                <a:latin typeface="+mj-lt"/>
              </a:defRPr>
            </a:lvl5pPr>
          </a:lstStyle>
          <a:p>
            <a:pPr lvl="0"/>
            <a:r>
              <a:rPr lang="en-US"/>
              <a:t>3</a:t>
            </a:r>
          </a:p>
        </p:txBody>
      </p:sp>
      <p:sp>
        <p:nvSpPr>
          <p:cNvPr id="25" name="Text Placeholder 8"/>
          <p:cNvSpPr>
            <a:spLocks noGrp="1"/>
          </p:cNvSpPr>
          <p:nvPr>
            <p:ph type="body" sz="quarter" idx="21" hasCustomPrompt="1"/>
          </p:nvPr>
        </p:nvSpPr>
        <p:spPr>
          <a:xfrm>
            <a:off x="5263811" y="4192564"/>
            <a:ext cx="2659062" cy="446870"/>
          </a:xfrm>
        </p:spPr>
        <p:txBody>
          <a:bodyPr anchor="t"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tabLst/>
              <a:defRPr sz="20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Agenda item </a:t>
            </a:r>
            <a:br>
              <a:rPr lang="en-US"/>
            </a:br>
            <a:r>
              <a:rPr lang="en-US"/>
              <a:t>goes here</a:t>
            </a:r>
          </a:p>
        </p:txBody>
      </p:sp>
      <p:sp>
        <p:nvSpPr>
          <p:cNvPr id="26" name="Text Placeholder 7"/>
          <p:cNvSpPr>
            <a:spLocks noGrp="1"/>
          </p:cNvSpPr>
          <p:nvPr>
            <p:ph type="body" sz="quarter" idx="22" hasCustomPrompt="1"/>
          </p:nvPr>
        </p:nvSpPr>
        <p:spPr>
          <a:xfrm>
            <a:off x="3905230" y="3949136"/>
            <a:ext cx="936150" cy="751819"/>
          </a:xfrm>
        </p:spPr>
        <p:txBody>
          <a:bodyPr/>
          <a:lstStyle>
            <a:lvl1pPr marL="0" indent="0" algn="r">
              <a:buFontTx/>
              <a:buNone/>
              <a:defRPr sz="6000">
                <a:solidFill>
                  <a:schemeClr val="accent3"/>
                </a:solidFill>
                <a:latin typeface="+mj-lt"/>
              </a:defRPr>
            </a:lvl1pPr>
            <a:lvl2pPr>
              <a:defRPr sz="5400">
                <a:solidFill>
                  <a:schemeClr val="accent3"/>
                </a:solidFill>
                <a:latin typeface="+mj-lt"/>
              </a:defRPr>
            </a:lvl2pPr>
            <a:lvl3pPr>
              <a:defRPr sz="4400">
                <a:solidFill>
                  <a:schemeClr val="accent3"/>
                </a:solidFill>
                <a:latin typeface="+mj-lt"/>
              </a:defRPr>
            </a:lvl3pPr>
            <a:lvl4pPr>
              <a:defRPr sz="4400">
                <a:solidFill>
                  <a:schemeClr val="accent3"/>
                </a:solidFill>
                <a:latin typeface="+mj-lt"/>
              </a:defRPr>
            </a:lvl4pPr>
            <a:lvl5pPr>
              <a:defRPr sz="4400">
                <a:solidFill>
                  <a:schemeClr val="accent3"/>
                </a:solidFill>
                <a:latin typeface="+mj-lt"/>
              </a:defRPr>
            </a:lvl5pPr>
          </a:lstStyle>
          <a:p>
            <a:pPr lvl="0"/>
            <a:r>
              <a:rPr lang="en-US"/>
              <a:t>4</a:t>
            </a:r>
          </a:p>
        </p:txBody>
      </p:sp>
      <p:sp>
        <p:nvSpPr>
          <p:cNvPr id="27" name="Text Placeholder 8"/>
          <p:cNvSpPr>
            <a:spLocks noGrp="1"/>
          </p:cNvSpPr>
          <p:nvPr>
            <p:ph type="body" sz="quarter" idx="23" hasCustomPrompt="1"/>
          </p:nvPr>
        </p:nvSpPr>
        <p:spPr>
          <a:xfrm>
            <a:off x="5263811" y="5358226"/>
            <a:ext cx="2659062" cy="446870"/>
          </a:xfrm>
        </p:spPr>
        <p:txBody>
          <a:bodyPr anchor="t"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tabLst/>
              <a:defRPr sz="20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Agenda item </a:t>
            </a:r>
            <a:br>
              <a:rPr lang="en-US"/>
            </a:br>
            <a:r>
              <a:rPr lang="en-US"/>
              <a:t>goes here</a:t>
            </a:r>
          </a:p>
        </p:txBody>
      </p:sp>
      <p:sp>
        <p:nvSpPr>
          <p:cNvPr id="28" name="Text Placeholder 7"/>
          <p:cNvSpPr>
            <a:spLocks noGrp="1"/>
          </p:cNvSpPr>
          <p:nvPr>
            <p:ph type="body" sz="quarter" idx="24" hasCustomPrompt="1"/>
          </p:nvPr>
        </p:nvSpPr>
        <p:spPr>
          <a:xfrm>
            <a:off x="3905230" y="5108648"/>
            <a:ext cx="936150" cy="751819"/>
          </a:xfrm>
        </p:spPr>
        <p:txBody>
          <a:bodyPr/>
          <a:lstStyle>
            <a:lvl1pPr marL="0" indent="0" algn="r">
              <a:buFontTx/>
              <a:buNone/>
              <a:defRPr sz="6000">
                <a:solidFill>
                  <a:schemeClr val="accent3"/>
                </a:solidFill>
                <a:latin typeface="+mj-lt"/>
              </a:defRPr>
            </a:lvl1pPr>
            <a:lvl2pPr>
              <a:defRPr sz="5400">
                <a:solidFill>
                  <a:schemeClr val="accent3"/>
                </a:solidFill>
                <a:latin typeface="+mj-lt"/>
              </a:defRPr>
            </a:lvl2pPr>
            <a:lvl3pPr>
              <a:defRPr sz="4400">
                <a:solidFill>
                  <a:schemeClr val="accent3"/>
                </a:solidFill>
                <a:latin typeface="+mj-lt"/>
              </a:defRPr>
            </a:lvl3pPr>
            <a:lvl4pPr>
              <a:defRPr sz="4400">
                <a:solidFill>
                  <a:schemeClr val="accent3"/>
                </a:solidFill>
                <a:latin typeface="+mj-lt"/>
              </a:defRPr>
            </a:lvl4pPr>
            <a:lvl5pPr>
              <a:defRPr sz="4400">
                <a:solidFill>
                  <a:schemeClr val="accent3"/>
                </a:solidFill>
                <a:latin typeface="+mj-lt"/>
              </a:defRPr>
            </a:lvl5pPr>
          </a:lstStyle>
          <a:p>
            <a:pPr lvl="0"/>
            <a:r>
              <a:rPr lang="en-US"/>
              <a:t>5</a:t>
            </a:r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25" hasCustomPrompt="1"/>
          </p:nvPr>
        </p:nvSpPr>
        <p:spPr>
          <a:xfrm>
            <a:off x="9336360" y="695581"/>
            <a:ext cx="2659062" cy="446870"/>
          </a:xfrm>
        </p:spPr>
        <p:txBody>
          <a:bodyPr anchor="t"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tabLst/>
              <a:defRPr sz="20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Agenda item </a:t>
            </a:r>
            <a:br>
              <a:rPr lang="en-US"/>
            </a:br>
            <a:r>
              <a:rPr lang="en-US"/>
              <a:t>goes here</a:t>
            </a:r>
          </a:p>
        </p:txBody>
      </p:sp>
      <p:sp>
        <p:nvSpPr>
          <p:cNvPr id="30" name="Text Placeholder 7"/>
          <p:cNvSpPr>
            <a:spLocks noGrp="1"/>
          </p:cNvSpPr>
          <p:nvPr>
            <p:ph type="body" sz="quarter" idx="26" hasCustomPrompt="1"/>
          </p:nvPr>
        </p:nvSpPr>
        <p:spPr>
          <a:xfrm>
            <a:off x="7977779" y="470603"/>
            <a:ext cx="936150" cy="751819"/>
          </a:xfrm>
        </p:spPr>
        <p:txBody>
          <a:bodyPr/>
          <a:lstStyle>
            <a:lvl1pPr marL="0" indent="0" algn="r">
              <a:buFontTx/>
              <a:buNone/>
              <a:defRPr sz="6000">
                <a:solidFill>
                  <a:schemeClr val="accent3"/>
                </a:solidFill>
                <a:latin typeface="+mj-lt"/>
              </a:defRPr>
            </a:lvl1pPr>
            <a:lvl2pPr>
              <a:defRPr sz="5400">
                <a:solidFill>
                  <a:schemeClr val="accent3"/>
                </a:solidFill>
                <a:latin typeface="+mj-lt"/>
              </a:defRPr>
            </a:lvl2pPr>
            <a:lvl3pPr>
              <a:defRPr sz="4400">
                <a:solidFill>
                  <a:schemeClr val="accent3"/>
                </a:solidFill>
                <a:latin typeface="+mj-lt"/>
              </a:defRPr>
            </a:lvl3pPr>
            <a:lvl4pPr>
              <a:defRPr sz="4400">
                <a:solidFill>
                  <a:schemeClr val="accent3"/>
                </a:solidFill>
                <a:latin typeface="+mj-lt"/>
              </a:defRPr>
            </a:lvl4pPr>
            <a:lvl5pPr>
              <a:defRPr sz="4400">
                <a:solidFill>
                  <a:schemeClr val="accent3"/>
                </a:solidFill>
                <a:latin typeface="+mj-lt"/>
              </a:defRPr>
            </a:lvl5pPr>
          </a:lstStyle>
          <a:p>
            <a:pPr lvl="0"/>
            <a:r>
              <a:rPr lang="en-US"/>
              <a:t>6</a:t>
            </a:r>
          </a:p>
        </p:txBody>
      </p:sp>
      <p:sp>
        <p:nvSpPr>
          <p:cNvPr id="31" name="Text Placeholder 8"/>
          <p:cNvSpPr>
            <a:spLocks noGrp="1"/>
          </p:cNvSpPr>
          <p:nvPr>
            <p:ph type="body" sz="quarter" idx="27" hasCustomPrompt="1"/>
          </p:nvPr>
        </p:nvSpPr>
        <p:spPr>
          <a:xfrm>
            <a:off x="9336360" y="1861242"/>
            <a:ext cx="2659062" cy="446870"/>
          </a:xfrm>
        </p:spPr>
        <p:txBody>
          <a:bodyPr anchor="t"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tabLst/>
              <a:defRPr sz="20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Agenda item </a:t>
            </a:r>
            <a:br>
              <a:rPr lang="en-US"/>
            </a:br>
            <a:r>
              <a:rPr lang="en-US"/>
              <a:t>goes here</a:t>
            </a:r>
          </a:p>
        </p:txBody>
      </p:sp>
      <p:sp>
        <p:nvSpPr>
          <p:cNvPr id="32" name="Text Placeholder 7"/>
          <p:cNvSpPr>
            <a:spLocks noGrp="1"/>
          </p:cNvSpPr>
          <p:nvPr>
            <p:ph type="body" sz="quarter" idx="28" hasCustomPrompt="1"/>
          </p:nvPr>
        </p:nvSpPr>
        <p:spPr>
          <a:xfrm>
            <a:off x="7977779" y="1630114"/>
            <a:ext cx="936150" cy="751819"/>
          </a:xfrm>
        </p:spPr>
        <p:txBody>
          <a:bodyPr/>
          <a:lstStyle>
            <a:lvl1pPr marL="0" indent="0" algn="r">
              <a:buFontTx/>
              <a:buNone/>
              <a:defRPr sz="6000">
                <a:solidFill>
                  <a:schemeClr val="accent3"/>
                </a:solidFill>
                <a:latin typeface="+mj-lt"/>
              </a:defRPr>
            </a:lvl1pPr>
            <a:lvl2pPr>
              <a:defRPr sz="5400">
                <a:solidFill>
                  <a:schemeClr val="accent3"/>
                </a:solidFill>
                <a:latin typeface="+mj-lt"/>
              </a:defRPr>
            </a:lvl2pPr>
            <a:lvl3pPr>
              <a:defRPr sz="4400">
                <a:solidFill>
                  <a:schemeClr val="accent3"/>
                </a:solidFill>
                <a:latin typeface="+mj-lt"/>
              </a:defRPr>
            </a:lvl3pPr>
            <a:lvl4pPr>
              <a:defRPr sz="4400">
                <a:solidFill>
                  <a:schemeClr val="accent3"/>
                </a:solidFill>
                <a:latin typeface="+mj-lt"/>
              </a:defRPr>
            </a:lvl4pPr>
            <a:lvl5pPr>
              <a:defRPr sz="4400">
                <a:solidFill>
                  <a:schemeClr val="accent3"/>
                </a:solidFill>
                <a:latin typeface="+mj-lt"/>
              </a:defRPr>
            </a:lvl5pPr>
          </a:lstStyle>
          <a:p>
            <a:pPr lvl="0"/>
            <a:r>
              <a:rPr lang="en-US"/>
              <a:t>7</a:t>
            </a:r>
          </a:p>
        </p:txBody>
      </p:sp>
      <p:sp>
        <p:nvSpPr>
          <p:cNvPr id="33" name="Text Placeholder 8"/>
          <p:cNvSpPr>
            <a:spLocks noGrp="1"/>
          </p:cNvSpPr>
          <p:nvPr>
            <p:ph type="body" sz="quarter" idx="29" hasCustomPrompt="1"/>
          </p:nvPr>
        </p:nvSpPr>
        <p:spPr>
          <a:xfrm>
            <a:off x="9336360" y="3026903"/>
            <a:ext cx="2659062" cy="446870"/>
          </a:xfrm>
        </p:spPr>
        <p:txBody>
          <a:bodyPr anchor="t"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tabLst/>
              <a:defRPr sz="20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Agenda item </a:t>
            </a:r>
            <a:br>
              <a:rPr lang="en-US"/>
            </a:br>
            <a:r>
              <a:rPr lang="en-US"/>
              <a:t>goes here</a:t>
            </a:r>
          </a:p>
        </p:txBody>
      </p:sp>
      <p:sp>
        <p:nvSpPr>
          <p:cNvPr id="34" name="Text Placeholder 7"/>
          <p:cNvSpPr>
            <a:spLocks noGrp="1"/>
          </p:cNvSpPr>
          <p:nvPr>
            <p:ph type="body" sz="quarter" idx="30" hasCustomPrompt="1"/>
          </p:nvPr>
        </p:nvSpPr>
        <p:spPr>
          <a:xfrm>
            <a:off x="7977779" y="2789625"/>
            <a:ext cx="936150" cy="751819"/>
          </a:xfrm>
        </p:spPr>
        <p:txBody>
          <a:bodyPr/>
          <a:lstStyle>
            <a:lvl1pPr marL="0" indent="0" algn="r">
              <a:buFontTx/>
              <a:buNone/>
              <a:defRPr sz="6000">
                <a:solidFill>
                  <a:schemeClr val="accent3"/>
                </a:solidFill>
                <a:latin typeface="+mj-lt"/>
              </a:defRPr>
            </a:lvl1pPr>
            <a:lvl2pPr>
              <a:defRPr sz="5400">
                <a:solidFill>
                  <a:schemeClr val="accent3"/>
                </a:solidFill>
                <a:latin typeface="+mj-lt"/>
              </a:defRPr>
            </a:lvl2pPr>
            <a:lvl3pPr>
              <a:defRPr sz="4400">
                <a:solidFill>
                  <a:schemeClr val="accent3"/>
                </a:solidFill>
                <a:latin typeface="+mj-lt"/>
              </a:defRPr>
            </a:lvl3pPr>
            <a:lvl4pPr>
              <a:defRPr sz="4400">
                <a:solidFill>
                  <a:schemeClr val="accent3"/>
                </a:solidFill>
                <a:latin typeface="+mj-lt"/>
              </a:defRPr>
            </a:lvl4pPr>
            <a:lvl5pPr>
              <a:defRPr sz="4400">
                <a:solidFill>
                  <a:schemeClr val="accent3"/>
                </a:solidFill>
                <a:latin typeface="+mj-lt"/>
              </a:defRPr>
            </a:lvl5pPr>
          </a:lstStyle>
          <a:p>
            <a:pPr lvl="0"/>
            <a:r>
              <a:rPr lang="en-US"/>
              <a:t>8</a:t>
            </a:r>
          </a:p>
        </p:txBody>
      </p:sp>
      <p:sp>
        <p:nvSpPr>
          <p:cNvPr id="35" name="Text Placeholder 8"/>
          <p:cNvSpPr>
            <a:spLocks noGrp="1"/>
          </p:cNvSpPr>
          <p:nvPr>
            <p:ph type="body" sz="quarter" idx="31" hasCustomPrompt="1"/>
          </p:nvPr>
        </p:nvSpPr>
        <p:spPr>
          <a:xfrm>
            <a:off x="9336360" y="4192564"/>
            <a:ext cx="2659062" cy="446870"/>
          </a:xfrm>
        </p:spPr>
        <p:txBody>
          <a:bodyPr anchor="t"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tabLst/>
              <a:defRPr sz="20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Agenda item </a:t>
            </a:r>
            <a:br>
              <a:rPr lang="en-US"/>
            </a:br>
            <a:r>
              <a:rPr lang="en-US"/>
              <a:t>goes here</a:t>
            </a:r>
          </a:p>
        </p:txBody>
      </p:sp>
      <p:sp>
        <p:nvSpPr>
          <p:cNvPr id="36" name="Text Placeholder 7"/>
          <p:cNvSpPr>
            <a:spLocks noGrp="1"/>
          </p:cNvSpPr>
          <p:nvPr>
            <p:ph type="body" sz="quarter" idx="32" hasCustomPrompt="1"/>
          </p:nvPr>
        </p:nvSpPr>
        <p:spPr>
          <a:xfrm>
            <a:off x="7977779" y="3949136"/>
            <a:ext cx="936150" cy="751819"/>
          </a:xfrm>
        </p:spPr>
        <p:txBody>
          <a:bodyPr/>
          <a:lstStyle>
            <a:lvl1pPr marL="0" indent="0" algn="r">
              <a:buFontTx/>
              <a:buNone/>
              <a:defRPr sz="6000">
                <a:solidFill>
                  <a:schemeClr val="accent3"/>
                </a:solidFill>
                <a:latin typeface="+mj-lt"/>
              </a:defRPr>
            </a:lvl1pPr>
            <a:lvl2pPr>
              <a:defRPr sz="5400">
                <a:solidFill>
                  <a:schemeClr val="accent3"/>
                </a:solidFill>
                <a:latin typeface="+mj-lt"/>
              </a:defRPr>
            </a:lvl2pPr>
            <a:lvl3pPr>
              <a:defRPr sz="4400">
                <a:solidFill>
                  <a:schemeClr val="accent3"/>
                </a:solidFill>
                <a:latin typeface="+mj-lt"/>
              </a:defRPr>
            </a:lvl3pPr>
            <a:lvl4pPr>
              <a:defRPr sz="4400">
                <a:solidFill>
                  <a:schemeClr val="accent3"/>
                </a:solidFill>
                <a:latin typeface="+mj-lt"/>
              </a:defRPr>
            </a:lvl4pPr>
            <a:lvl5pPr>
              <a:defRPr sz="4400">
                <a:solidFill>
                  <a:schemeClr val="accent3"/>
                </a:solidFill>
                <a:latin typeface="+mj-lt"/>
              </a:defRPr>
            </a:lvl5pPr>
          </a:lstStyle>
          <a:p>
            <a:pPr lvl="0"/>
            <a:r>
              <a:rPr lang="en-US"/>
              <a:t>9</a:t>
            </a:r>
          </a:p>
        </p:txBody>
      </p:sp>
      <p:sp>
        <p:nvSpPr>
          <p:cNvPr id="37" name="Text Placeholder 8"/>
          <p:cNvSpPr>
            <a:spLocks noGrp="1"/>
          </p:cNvSpPr>
          <p:nvPr>
            <p:ph type="body" sz="quarter" idx="33" hasCustomPrompt="1"/>
          </p:nvPr>
        </p:nvSpPr>
        <p:spPr>
          <a:xfrm>
            <a:off x="9336360" y="5358226"/>
            <a:ext cx="2659062" cy="446870"/>
          </a:xfrm>
        </p:spPr>
        <p:txBody>
          <a:bodyPr anchor="t"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tabLst/>
              <a:defRPr sz="20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Agenda item </a:t>
            </a:r>
            <a:br>
              <a:rPr lang="en-US"/>
            </a:br>
            <a:r>
              <a:rPr lang="en-US"/>
              <a:t>goes here</a:t>
            </a:r>
          </a:p>
        </p:txBody>
      </p:sp>
      <p:sp>
        <p:nvSpPr>
          <p:cNvPr id="38" name="Text Placeholder 7"/>
          <p:cNvSpPr>
            <a:spLocks noGrp="1"/>
          </p:cNvSpPr>
          <p:nvPr>
            <p:ph type="body" sz="quarter" idx="34" hasCustomPrompt="1"/>
          </p:nvPr>
        </p:nvSpPr>
        <p:spPr>
          <a:xfrm>
            <a:off x="7977779" y="5108648"/>
            <a:ext cx="936150" cy="751819"/>
          </a:xfrm>
        </p:spPr>
        <p:txBody>
          <a:bodyPr/>
          <a:lstStyle>
            <a:lvl1pPr marL="0" indent="0" algn="r">
              <a:buFontTx/>
              <a:buNone/>
              <a:defRPr sz="6000">
                <a:solidFill>
                  <a:schemeClr val="accent3"/>
                </a:solidFill>
                <a:latin typeface="+mj-lt"/>
              </a:defRPr>
            </a:lvl1pPr>
            <a:lvl2pPr>
              <a:defRPr sz="5400">
                <a:solidFill>
                  <a:schemeClr val="accent3"/>
                </a:solidFill>
                <a:latin typeface="+mj-lt"/>
              </a:defRPr>
            </a:lvl2pPr>
            <a:lvl3pPr>
              <a:defRPr sz="4400">
                <a:solidFill>
                  <a:schemeClr val="accent3"/>
                </a:solidFill>
                <a:latin typeface="+mj-lt"/>
              </a:defRPr>
            </a:lvl3pPr>
            <a:lvl4pPr>
              <a:defRPr sz="4400">
                <a:solidFill>
                  <a:schemeClr val="accent3"/>
                </a:solidFill>
                <a:latin typeface="+mj-lt"/>
              </a:defRPr>
            </a:lvl4pPr>
            <a:lvl5pPr>
              <a:defRPr sz="4400">
                <a:solidFill>
                  <a:schemeClr val="accent3"/>
                </a:solidFill>
                <a:latin typeface="+mj-lt"/>
              </a:defRPr>
            </a:lvl5pPr>
          </a:lstStyle>
          <a:p>
            <a:pPr lvl="0"/>
            <a:r>
              <a:rPr lang="en-US"/>
              <a:t>10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8F714E82-4AE2-8C48-865B-13D165E7C8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1079" y="6427572"/>
            <a:ext cx="939176" cy="1841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600673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ailable imagery for presentati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Available imagery for presentations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8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  <p:sp>
        <p:nvSpPr>
          <p:cNvPr id="9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164" name="Text Placeholder 2">
            <a:extLst>
              <a:ext uri="{FF2B5EF4-FFF2-40B4-BE49-F238E27FC236}">
                <a16:creationId xmlns:a16="http://schemas.microsoft.com/office/drawing/2014/main" id="{A663D3E5-AC0E-E04B-A578-217E9A347359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367200" y="1342800"/>
            <a:ext cx="5569200" cy="288037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r>
              <a:rPr lang="en-US"/>
              <a:t>Imagery for presentations can be found at the following address: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9C6AAF-4B27-754D-A3EC-B206C3883E88}"/>
              </a:ext>
            </a:extLst>
          </p:cNvPr>
          <p:cNvSpPr txBox="1"/>
          <p:nvPr userDrawn="1"/>
        </p:nvSpPr>
        <p:spPr>
          <a:xfrm>
            <a:off x="367200" y="1753386"/>
            <a:ext cx="5543406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100">
                <a:hlinkClick r:id="rId2"/>
              </a:rPr>
              <a:t>https://singteloptus.sharepoint.com/sites/dept_brand/Pages/Templates.aspx</a:t>
            </a:r>
            <a:endParaRPr lang="en-US" sz="1100"/>
          </a:p>
        </p:txBody>
      </p:sp>
    </p:spTree>
    <p:extLst>
      <p:ext uri="{BB962C8B-B14F-4D97-AF65-F5344CB8AC3E}">
        <p14:creationId xmlns:p14="http://schemas.microsoft.com/office/powerpoint/2010/main" val="37039587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tus Logos and Icons –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Optus Logos and Icons – 1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8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  <p:sp>
        <p:nvSpPr>
          <p:cNvPr id="9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graphicFrame>
        <p:nvGraphicFramePr>
          <p:cNvPr id="131" name="Table 862">
            <a:extLst>
              <a:ext uri="{FF2B5EF4-FFF2-40B4-BE49-F238E27FC236}">
                <a16:creationId xmlns:a16="http://schemas.microsoft.com/office/drawing/2014/main" id="{FB09B2DD-16D9-B64E-933C-F9CE70BCBF92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686601917"/>
              </p:ext>
            </p:extLst>
          </p:nvPr>
        </p:nvGraphicFramePr>
        <p:xfrm>
          <a:off x="358775" y="1933303"/>
          <a:ext cx="11461734" cy="4163442"/>
        </p:xfrm>
        <a:graphic>
          <a:graphicData uri="http://schemas.openxmlformats.org/drawingml/2006/table">
            <a:tbl>
              <a:tblPr/>
              <a:tblGrid>
                <a:gridCol w="636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423892">
                <a:tc gridSpan="13"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rPr lang="en-AU" b="1"/>
                        <a:t>Social Media</a:t>
                      </a:r>
                      <a:endParaRPr b="1"/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noFill/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955"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rPr lang="en-AU"/>
                        <a:t> </a:t>
                      </a: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955"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Android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Apple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Facebook_1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Facebook_2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Gaming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Google+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Instagram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LinkedIn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Pinterest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Twitter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YouTube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955">
                <a:tc gridSpan="13"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rPr lang="en-AU" b="1"/>
                        <a:t>Navigation</a:t>
                      </a:r>
                      <a:endParaRPr b="1"/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noFill/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noFill/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noFill/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noFill/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noFill/>
                      <a:miter lim="400000"/>
                    </a:lnL>
                    <a:lnR w="0"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3955"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3955"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Back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Cross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Dropdown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Equals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Forward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Greater</a:t>
                      </a:r>
                      <a:r>
                        <a:rPr lang="en-AU" sz="600" baseline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 baseline="0">
                          <a:latin typeface="+mn-lt"/>
                          <a:ea typeface="+mn-ea"/>
                          <a:cs typeface="+mn-cs"/>
                        </a:rPr>
                        <a:t>Than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Info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Less Than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Menu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Page</a:t>
                      </a:r>
                    </a:p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Next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Page</a:t>
                      </a:r>
                    </a:p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Previous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Pause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Play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Plus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Power</a:t>
                      </a:r>
                      <a:r>
                        <a:rPr lang="en-AU" sz="600" baseline="0">
                          <a:latin typeface="+mn-lt"/>
                          <a:ea typeface="+mn-ea"/>
                          <a:cs typeface="+mn-cs"/>
                        </a:rPr>
                        <a:t> On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Profile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Quick</a:t>
                      </a:r>
                    </a:p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Forward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Refresh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3955"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3955"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Search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Stop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Tick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Up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View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3955">
                <a:tc gridSpan="13"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rPr lang="en-AU" b="1"/>
                        <a:t>Time</a:t>
                      </a:r>
                      <a:endParaRPr b="1"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3955"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3955">
                <a:tc>
                  <a:txBody>
                    <a:bodyPr/>
                    <a:lstStyle/>
                    <a:p>
                      <a:pPr marL="38100" marR="0" indent="0" algn="ctr" defTabSz="914400" rtl="0" eaLnBrk="1" fontAlgn="auto" latinLnBrk="0" hangingPunct="1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US" sz="600">
                          <a:latin typeface="+mn-lt"/>
                          <a:ea typeface="+mn-ea"/>
                          <a:cs typeface="+mn-cs"/>
                        </a:rPr>
                        <a:t>Clock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marR="0" indent="0" algn="ctr" defTabSz="914400" rtl="0" eaLnBrk="1" fontAlgn="auto" latinLnBrk="0" hangingPunct="1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US" sz="600">
                          <a:latin typeface="+mn-lt"/>
                          <a:ea typeface="+mn-ea"/>
                          <a:cs typeface="+mn-cs"/>
                        </a:rPr>
                        <a:t>Calendar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marR="0" indent="0" algn="ctr" defTabSz="914400" rtl="0" eaLnBrk="1" fontAlgn="auto" latinLnBrk="0" hangingPunct="1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US" sz="600">
                          <a:latin typeface="+mn-lt"/>
                          <a:ea typeface="+mn-ea"/>
                          <a:cs typeface="+mn-cs"/>
                        </a:rPr>
                        <a:t>24-7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Infinity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11505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tus Logos and Icons –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Optus Logos and Icons – 2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8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  <p:sp>
        <p:nvSpPr>
          <p:cNvPr id="9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graphicFrame>
        <p:nvGraphicFramePr>
          <p:cNvPr id="11" name="Table 862">
            <a:extLst>
              <a:ext uri="{FF2B5EF4-FFF2-40B4-BE49-F238E27FC236}">
                <a16:creationId xmlns:a16="http://schemas.microsoft.com/office/drawing/2014/main" id="{7D9F581C-9628-E94C-80B1-188A7084C32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43113076"/>
              </p:ext>
            </p:extLst>
          </p:nvPr>
        </p:nvGraphicFramePr>
        <p:xfrm>
          <a:off x="358775" y="1341438"/>
          <a:ext cx="11461734" cy="4861415"/>
        </p:xfrm>
        <a:graphic>
          <a:graphicData uri="http://schemas.openxmlformats.org/drawingml/2006/table">
            <a:tbl>
              <a:tblPr/>
              <a:tblGrid>
                <a:gridCol w="636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63676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3955">
                <a:tc gridSpan="13"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rPr lang="en-AU" b="1"/>
                        <a:t>Technology</a:t>
                      </a:r>
                      <a:endParaRPr b="1"/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noFill/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955"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rPr lang="en-AU"/>
                        <a:t> </a:t>
                      </a: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955"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4G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Battery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Battery </a:t>
                      </a: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E</a:t>
                      </a: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mpty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Cables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Camera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Charge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Clever</a:t>
                      </a:r>
                      <a:r>
                        <a:rPr lang="en-AU" sz="600" baseline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Plans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Cloud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Cloud </a:t>
                      </a: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ownload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Cloud 
</a:t>
                      </a: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torage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Cloud </a:t>
                      </a:r>
                      <a:endParaRPr lang="en-AU" sz="600"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Upload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Dashboard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Desktop </a:t>
                      </a: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omputer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Email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International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Laptop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Latest</a:t>
                      </a:r>
                    </a:p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Tech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Loading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955"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955"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Mobile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Mobile</a:t>
                      </a:r>
                    </a:p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Broadband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Mobile</a:t>
                      </a:r>
                    </a:p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Tablet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Mobile</a:t>
                      </a:r>
                    </a:p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Mobile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Modem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Mouse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Music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Network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Notifications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Notification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Overseas Roaming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Phone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Plug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Print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r>
                        <a:rPr lang="en-AU" sz="600" baseline="0">
                          <a:latin typeface="+mn-lt"/>
                          <a:ea typeface="+mn-ea"/>
                          <a:cs typeface="+mn-cs"/>
                        </a:rPr>
                        <a:t> Network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RSS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Satellite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Settings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955"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955"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Shield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Sim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US" sz="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Sound_1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US" sz="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Sound_2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US" sz="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Sound_3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US" sz="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Sound_</a:t>
                      </a:r>
                      <a:br>
                        <a:rPr lang="en-US" sz="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sz="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Mute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US" sz="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Tablet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US" sz="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Tools 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US" sz="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TV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US" sz="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USB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US" sz="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Usb_2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US" sz="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Wi-Fi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lang="en-US"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955">
                <a:tc gridSpan="13"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rPr b="1"/>
                        <a:t>People</a:t>
                      </a:r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noFill/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3955"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3955"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Active</a:t>
                      </a:r>
                      <a:r>
                        <a:rPr lang="en-AU" sz="600" baseline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Service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Dialogue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Expert Advice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Headphones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Home 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Inter</a:t>
                      </a: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net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Live chat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Member </a:t>
                      </a: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ervices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My Optus </a:t>
                      </a: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ommunity</a:t>
                      </a: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_1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marR="0" indent="0" algn="ctr" defTabSz="914400" rtl="0" eaLnBrk="1" fontAlgn="auto" latinLnBrk="0" hangingPunct="1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US" sz="600">
                          <a:latin typeface="+mn-lt"/>
                          <a:ea typeface="+mn-ea"/>
                          <a:cs typeface="+mn-cs"/>
                        </a:rPr>
                        <a:t>My Optus Community_2</a:t>
                      </a: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Safe </a:t>
                      </a:r>
                    </a:p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Secure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Smile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Support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Unlock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4572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3955">
                <a:tc gridSpan="13"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rPr lang="en-AU" b="1"/>
                        <a:t>Money</a:t>
                      </a:r>
                      <a:endParaRPr b="1"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3955"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3955"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Billpay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Bill settings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Credit Card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Credit </a:t>
                      </a: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ransfer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Deal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marR="0" indent="0" algn="ctr" defTabSz="914400" rtl="0" eaLnBrk="1" fontAlgn="auto" latinLnBrk="0" hangingPunct="1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US" sz="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Online Payment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Plans </a:t>
                      </a: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P</a:t>
                      </a: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ricing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Recharge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Rollover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View my bill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947357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tus Logos and Icons –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Optus Logos and Icons – 3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8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  <p:sp>
        <p:nvSpPr>
          <p:cNvPr id="9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graphicFrame>
        <p:nvGraphicFramePr>
          <p:cNvPr id="13" name="Table 934">
            <a:extLst>
              <a:ext uri="{FF2B5EF4-FFF2-40B4-BE49-F238E27FC236}">
                <a16:creationId xmlns:a16="http://schemas.microsoft.com/office/drawing/2014/main" id="{292B743C-DC97-C74A-97C5-252FF6272AAF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26122661"/>
              </p:ext>
            </p:extLst>
          </p:nvPr>
        </p:nvGraphicFramePr>
        <p:xfrm>
          <a:off x="346274" y="1341438"/>
          <a:ext cx="11474244" cy="4438212"/>
        </p:xfrm>
        <a:graphic>
          <a:graphicData uri="http://schemas.openxmlformats.org/drawingml/2006/table">
            <a:tbl>
              <a:tblPr/>
              <a:tblGrid>
                <a:gridCol w="6374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74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4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74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74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745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374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3745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3745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3745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3745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3745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37458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37458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3745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3745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37458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637458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69851">
                <a:tc gridSpan="13"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rPr lang="en-AU" b="1"/>
                        <a:t>Objects</a:t>
                      </a:r>
                      <a:endParaRPr b="1"/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8100">
                        <a:defRPr sz="9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0">
                      <a:noFill/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defRPr sz="9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0">
                      <a:noFill/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defRPr sz="9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0">
                      <a:noFill/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defRPr sz="9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0">
                      <a:noFill/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defRPr sz="9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0">
                      <a:noFill/>
                      <a:miter lim="400000"/>
                    </a:lnL>
                    <a:lnR w="0">
                      <a:miter lim="400000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9851"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9851">
                <a:tc>
                  <a:txBody>
                    <a:bodyPr/>
                    <a:lstStyle/>
                    <a:p>
                      <a:pPr marL="38100" marR="0" indent="0" algn="ctr" defTabSz="914400" rtl="0" eaLnBrk="1" fontAlgn="auto" latinLnBrk="0" hangingPunct="1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US" sz="600">
                          <a:latin typeface="+mn-lt"/>
                          <a:ea typeface="+mn-ea"/>
                          <a:cs typeface="+mn-cs"/>
                        </a:rPr>
                        <a:t>Add to cart</a:t>
                      </a:r>
                    </a:p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marR="0" indent="0" algn="ctr" defTabSz="914400" rtl="0" eaLnBrk="1" fontAlgn="auto" latinLnBrk="0" hangingPunct="1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US" sz="600">
                          <a:latin typeface="+mn-lt"/>
                          <a:ea typeface="+mn-ea"/>
                          <a:cs typeface="+mn-cs"/>
                        </a:rPr>
                        <a:t>Australia</a:t>
                      </a:r>
                    </a:p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marR="0" indent="0" algn="ctr" defTabSz="914400" rtl="0" eaLnBrk="1" fontAlgn="auto" latinLnBrk="0" hangingPunct="1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US" sz="600">
                          <a:latin typeface="+mn-lt"/>
                          <a:ea typeface="+mn-ea"/>
                          <a:cs typeface="+mn-cs"/>
                        </a:rPr>
                        <a:t>Cart</a:t>
                      </a:r>
                    </a:p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Concierge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Deliver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FAQ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Gift</a:t>
                      </a:r>
                      <a:r>
                        <a:rPr lang="en-AU" sz="600" baseline="0">
                          <a:latin typeface="+mn-lt"/>
                          <a:ea typeface="+mn-ea"/>
                          <a:cs typeface="+mn-cs"/>
                        </a:rPr>
                        <a:t> - </a:t>
                      </a: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Rewards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Flower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Industry Insights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Solutions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Star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Tailor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>
                          <a:latin typeface="+mn-lt"/>
                          <a:ea typeface="+mn-ea"/>
                          <a:cs typeface="+mn-cs"/>
                        </a:rPr>
                        <a:t>Timer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sz="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Truck</a:t>
                      </a: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rPr lang="en-AU"/>
                        <a:t>Wish</a:t>
                      </a:r>
                    </a:p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rPr lang="en-AU"/>
                        <a:t>List</a:t>
                      </a: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9851">
                <a:tc gridSpan="13"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rPr lang="en-AU" b="1"/>
                        <a:t>Reports</a:t>
                      </a:r>
                      <a:endParaRPr b="1"/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8100">
                        <a:defRPr sz="9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defRPr sz="9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0">
                      <a:noFill/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defRPr sz="9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0">
                      <a:noFill/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defRPr sz="9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0">
                      <a:noFill/>
                      <a:miter lim="400000"/>
                    </a:lnL>
                    <a:lnR w="0">
                      <a:noFill/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defRPr sz="9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9851"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9851"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Book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Case</a:t>
                      </a:r>
                    </a:p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Studies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Download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Download</a:t>
                      </a:r>
                      <a:r>
                        <a:rPr lang="en-AU" sz="600" baseline="0">
                          <a:latin typeface="+mn-lt"/>
                          <a:ea typeface="+mn-ea"/>
                          <a:cs typeface="+mn-cs"/>
                        </a:rPr>
                        <a:t> PDF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Future Bus Reports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Location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News Weather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Paperless</a:t>
                      </a:r>
                      <a:r>
                        <a:rPr lang="en-AU" sz="600" baseline="0">
                          <a:latin typeface="+mn-lt"/>
                          <a:ea typeface="+mn-ea"/>
                          <a:cs typeface="+mn-cs"/>
                        </a:rPr>
                        <a:t> Bills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Pencil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Subscribe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Summary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Track Order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Upload</a:t>
                      </a: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Usage</a:t>
                      </a: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 rtl="0" eaLnBrk="1" latinLnBrk="0" hangingPunct="1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marR="0" indent="0" algn="ctr" defTabSz="914400" rtl="0" eaLnBrk="1" fontAlgn="auto" latinLnBrk="0" hangingPunct="1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lang="en-US"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9851">
                <a:tc gridSpan="13"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rPr lang="en-AU" b="1"/>
                        <a:t>Optus Tiering</a:t>
                      </a:r>
                      <a:endParaRPr b="1"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defRPr sz="9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defRPr sz="9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defRPr sz="9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defRPr sz="9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defRPr sz="9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9851"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69851"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Enterprise </a:t>
                      </a:r>
                      <a:r>
                        <a:rPr lang="en-AU" sz="600" err="1">
                          <a:latin typeface="+mn-lt"/>
                          <a:ea typeface="+mn-ea"/>
                          <a:cs typeface="+mn-cs"/>
                        </a:rPr>
                        <a:t>Govt</a:t>
                      </a:r>
                      <a:endParaRPr lang="en-AU"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rPr lang="en-AU"/>
                        <a:t>SMB</a:t>
                      </a: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rPr lang="en-AU"/>
                        <a:t>Wholesale</a:t>
                      </a: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9851">
                <a:tc gridSpan="14"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rPr lang="en-AU" b="1"/>
                        <a:t>Awards</a:t>
                      </a:r>
                      <a:endParaRPr b="1"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>
                        <a:spcBef>
                          <a:spcPts val="400"/>
                        </a:spcBef>
                        <a:defRPr sz="1100">
                          <a:latin typeface="+mn-lt"/>
                          <a:ea typeface="+mn-ea"/>
                          <a:cs typeface="+mn-cs"/>
                        </a:defRPr>
                      </a:pPr>
                      <a:endParaRPr b="1"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69851"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600">
                          <a:latin typeface="+mn-lt"/>
                          <a:ea typeface="+mn-ea"/>
                          <a:cs typeface="+mn-cs"/>
                        </a:defRPr>
                      </a:pPr>
                      <a:endParaRPr/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69851"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r>
                        <a:rPr lang="en-AU" sz="600">
                          <a:latin typeface="+mn-lt"/>
                          <a:ea typeface="+mn-ea"/>
                          <a:cs typeface="+mn-cs"/>
                        </a:rPr>
                        <a:t>Optus Rewards</a:t>
                      </a: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marR="0" indent="0" algn="ctr" defTabSz="914400" rtl="0" eaLnBrk="1" fontAlgn="auto" latinLnBrk="0" hangingPunct="1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lang="en-US" sz="6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8100" algn="ctr" defTabSz="914400">
                        <a:lnSpc>
                          <a:spcPct val="80000"/>
                        </a:lnSpc>
                        <a:tabLst>
                          <a:tab pos="381000" algn="l"/>
                          <a:tab pos="508000" algn="l"/>
                        </a:tabLst>
                        <a:defRPr sz="1800"/>
                      </a:pPr>
                      <a:endParaRPr sz="60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50800" marT="50800" marB="50800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59339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Full Width">
    <p:bg>
      <p:bgPr>
        <a:solidFill>
          <a:schemeClr val="bg2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Single Column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58775" y="1342800"/>
            <a:ext cx="11476800" cy="4664075"/>
          </a:xfrm>
        </p:spPr>
        <p:txBody>
          <a:bodyPr/>
          <a:lstStyle/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8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  <p:sp>
        <p:nvSpPr>
          <p:cNvPr id="9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1152969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Full Width - Subheading">
    <p:bg>
      <p:bgPr>
        <a:solidFill>
          <a:schemeClr val="bg2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Single Column – w Subheading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58775" y="1747824"/>
            <a:ext cx="11476800" cy="4257689"/>
          </a:xfrm>
        </p:spPr>
        <p:txBody>
          <a:bodyPr/>
          <a:lstStyle/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358772" y="1341460"/>
            <a:ext cx="11461988" cy="404795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1100" baseline="0">
                <a:latin typeface="+mj-lt"/>
              </a:defRPr>
            </a:lvl1pPr>
          </a:lstStyle>
          <a:p>
            <a:pPr lvl="0"/>
            <a:r>
              <a:rPr lang="en-US"/>
              <a:t>Subheading Here</a:t>
            </a:r>
          </a:p>
        </p:txBody>
      </p:sp>
      <p:sp>
        <p:nvSpPr>
          <p:cNvPr id="9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1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iple Column - Subheading">
    <p:bg>
      <p:bgPr>
        <a:solidFill>
          <a:schemeClr val="bg2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Triple Column – w Subheading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58775" y="1747824"/>
            <a:ext cx="11453550" cy="4257689"/>
          </a:xfrm>
        </p:spPr>
        <p:txBody>
          <a:bodyPr numCol="3" spcCol="360000"/>
          <a:lstStyle>
            <a:lvl1pPr>
              <a:defRPr baseline="0"/>
            </a:lvl1pPr>
          </a:lstStyle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  <a:br>
              <a:rPr lang="en-US"/>
            </a:br>
            <a:endParaRPr lang="en-US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358087" y="1341460"/>
            <a:ext cx="11454238" cy="404795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baseline="0">
                <a:latin typeface="+mj-lt"/>
              </a:defRPr>
            </a:lvl1pPr>
          </a:lstStyle>
          <a:p>
            <a:pPr lvl="0"/>
            <a:r>
              <a:rPr lang="en-US"/>
              <a:t>Subheading Here</a:t>
            </a:r>
          </a:p>
        </p:txBody>
      </p:sp>
      <p:sp>
        <p:nvSpPr>
          <p:cNvPr id="8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1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Subheading">
    <p:bg>
      <p:bgPr>
        <a:solidFill>
          <a:schemeClr val="bg2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Comparison – w Subheading</a:t>
            </a:r>
          </a:p>
        </p:txBody>
      </p:sp>
      <p:sp>
        <p:nvSpPr>
          <p:cNvPr id="1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365974" y="1341460"/>
            <a:ext cx="5569200" cy="404795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baseline="0">
                <a:latin typeface="+mj-lt"/>
              </a:defRPr>
            </a:lvl1pPr>
          </a:lstStyle>
          <a:p>
            <a:pPr lvl="0"/>
            <a:r>
              <a:rPr lang="en-US"/>
              <a:t>Subheading Here</a:t>
            </a:r>
          </a:p>
        </p:txBody>
      </p:sp>
      <p:sp>
        <p:nvSpPr>
          <p:cNvPr id="15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261825" y="1341460"/>
            <a:ext cx="5569200" cy="404795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baseline="0">
                <a:latin typeface="+mj-lt"/>
              </a:defRPr>
            </a:lvl1pPr>
          </a:lstStyle>
          <a:p>
            <a:pPr lvl="0"/>
            <a:r>
              <a:rPr lang="en-US"/>
              <a:t>Subheading Here</a:t>
            </a: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sz="half" idx="18" hasCustomPrompt="1"/>
          </p:nvPr>
        </p:nvSpPr>
        <p:spPr>
          <a:xfrm>
            <a:off x="365975" y="1746255"/>
            <a:ext cx="5569200" cy="4259258"/>
          </a:xfrm>
        </p:spPr>
        <p:txBody>
          <a:bodyPr/>
          <a:lstStyle/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261825" y="1746255"/>
            <a:ext cx="5569200" cy="4259258"/>
          </a:xfrm>
        </p:spPr>
        <p:txBody>
          <a:bodyPr/>
          <a:lstStyle/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11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Subheading w Line">
    <p:bg>
      <p:bgPr>
        <a:solidFill>
          <a:schemeClr val="bg2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Comparison – w Subheading with Line</a:t>
            </a:r>
          </a:p>
        </p:txBody>
      </p:sp>
      <p:sp>
        <p:nvSpPr>
          <p:cNvPr id="1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365974" y="1341460"/>
            <a:ext cx="5569200" cy="404795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baseline="0">
                <a:latin typeface="+mj-lt"/>
              </a:defRPr>
            </a:lvl1pPr>
          </a:lstStyle>
          <a:p>
            <a:pPr lvl="0"/>
            <a:r>
              <a:rPr lang="en-US"/>
              <a:t>Subheading Here</a:t>
            </a:r>
          </a:p>
        </p:txBody>
      </p:sp>
      <p:sp>
        <p:nvSpPr>
          <p:cNvPr id="15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261825" y="1341460"/>
            <a:ext cx="5569200" cy="404795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baseline="0">
                <a:latin typeface="+mj-lt"/>
              </a:defRPr>
            </a:lvl1pPr>
          </a:lstStyle>
          <a:p>
            <a:pPr lvl="0"/>
            <a:r>
              <a:rPr lang="en-US"/>
              <a:t>Subheading Here</a:t>
            </a: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sz="half" idx="18" hasCustomPrompt="1"/>
          </p:nvPr>
        </p:nvSpPr>
        <p:spPr>
          <a:xfrm>
            <a:off x="365975" y="1938337"/>
            <a:ext cx="5569200" cy="4067176"/>
          </a:xfrm>
        </p:spPr>
        <p:txBody>
          <a:bodyPr/>
          <a:lstStyle/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261825" y="1938337"/>
            <a:ext cx="5569200" cy="4067176"/>
          </a:xfrm>
        </p:spPr>
        <p:txBody>
          <a:bodyPr/>
          <a:lstStyle/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  <p:extLst>
      <p:ext uri="{BB962C8B-B14F-4D97-AF65-F5344CB8AC3E}">
        <p14:creationId xmlns:p14="http://schemas.microsoft.com/office/powerpoint/2010/main" val="125443774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Teal">
    <p:bg>
      <p:bgPr>
        <a:solidFill>
          <a:schemeClr val="bg2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Comparison – Teal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367017" y="1938337"/>
            <a:ext cx="5569200" cy="4067175"/>
          </a:xfrm>
        </p:spPr>
        <p:txBody>
          <a:bodyPr/>
          <a:lstStyle>
            <a:lvl1pPr marL="134938" indent="-134938">
              <a:buFont typeface="Arial" charset="0"/>
              <a:buChar char="•"/>
              <a:tabLst/>
              <a:defRPr sz="1100"/>
            </a:lvl1pPr>
            <a:lvl2pPr marL="317500" indent="-182563">
              <a:buFont typeface="LucidaGrande" charset="0"/>
              <a:buChar char="-"/>
              <a:tabLst/>
              <a:defRPr sz="1100"/>
            </a:lvl2pPr>
            <a:lvl3pPr marL="488950" indent="-127000">
              <a:buFont typeface="Arial" charset="0"/>
              <a:buChar char="•"/>
              <a:tabLst/>
              <a:defRPr sz="1000"/>
            </a:lvl3pPr>
            <a:lvl4pPr marL="717550" indent="-228600">
              <a:buFont typeface="LucidaGrande" charset="0"/>
              <a:buChar char="-"/>
              <a:tabLst/>
              <a:defRPr sz="1000"/>
            </a:lvl4pPr>
            <a:lvl5pPr marL="852488" indent="-136525">
              <a:buFont typeface="Arial" charset="0"/>
              <a:buChar char="•"/>
              <a:tabLst/>
              <a:defRPr sz="1000"/>
            </a:lvl5pPr>
          </a:lstStyle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367017" y="1340240"/>
            <a:ext cx="5569200" cy="530474"/>
          </a:xfrm>
          <a:solidFill>
            <a:schemeClr val="accent2"/>
          </a:solidFill>
          <a:ln>
            <a:noFill/>
          </a:ln>
        </p:spPr>
        <p:txBody>
          <a:bodyPr lIns="144000" rIns="144000" anchor="ctr"/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1400" b="0">
                <a:solidFill>
                  <a:schemeClr val="bg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Subheading Here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8" hasCustomPrompt="1"/>
          </p:nvPr>
        </p:nvSpPr>
        <p:spPr>
          <a:xfrm>
            <a:off x="6263073" y="1938337"/>
            <a:ext cx="5569200" cy="4067175"/>
          </a:xfrm>
        </p:spPr>
        <p:txBody>
          <a:bodyPr/>
          <a:lstStyle>
            <a:lvl1pPr marL="134938" indent="-134938">
              <a:buFont typeface="Arial" charset="0"/>
              <a:buChar char="•"/>
              <a:tabLst/>
              <a:defRPr sz="1100"/>
            </a:lvl1pPr>
            <a:lvl2pPr marL="317500" indent="-182563">
              <a:buFont typeface="LucidaGrande" charset="0"/>
              <a:buChar char="-"/>
              <a:tabLst/>
              <a:defRPr sz="1100"/>
            </a:lvl2pPr>
            <a:lvl3pPr marL="488950" indent="-127000">
              <a:buFont typeface="Arial" charset="0"/>
              <a:buChar char="•"/>
              <a:tabLst/>
              <a:defRPr sz="1000"/>
            </a:lvl3pPr>
            <a:lvl4pPr marL="717550" indent="-228600">
              <a:buFont typeface="LucidaGrande" charset="0"/>
              <a:buChar char="-"/>
              <a:tabLst/>
              <a:defRPr sz="1000"/>
            </a:lvl4pPr>
            <a:lvl5pPr marL="852488" indent="-136525">
              <a:buFont typeface="Arial" charset="0"/>
              <a:buChar char="•"/>
              <a:tabLst/>
              <a:defRPr sz="1000"/>
            </a:lvl5pPr>
          </a:lstStyle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6263073" y="1340240"/>
            <a:ext cx="5569200" cy="530474"/>
          </a:xfrm>
          <a:solidFill>
            <a:schemeClr val="accent2"/>
          </a:solidFill>
          <a:ln>
            <a:noFill/>
          </a:ln>
        </p:spPr>
        <p:txBody>
          <a:bodyPr lIns="144000" rIns="144000" anchor="ctr"/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1400" b="0">
                <a:solidFill>
                  <a:schemeClr val="bg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Subheading Here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Charts x 2 - Teal">
    <p:bg>
      <p:bgPr>
        <a:solidFill>
          <a:schemeClr val="bg2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Comparison Charts x 2 – Teal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367017" y="1340240"/>
            <a:ext cx="5569200" cy="530474"/>
          </a:xfrm>
          <a:solidFill>
            <a:schemeClr val="accent2"/>
          </a:solidFill>
          <a:ln>
            <a:noFill/>
          </a:ln>
        </p:spPr>
        <p:txBody>
          <a:bodyPr lIns="144000" rIns="144000" anchor="ctr"/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1400" b="0">
                <a:solidFill>
                  <a:schemeClr val="bg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Subheading Here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6260850" y="1340240"/>
            <a:ext cx="5569200" cy="530474"/>
          </a:xfrm>
          <a:solidFill>
            <a:schemeClr val="accent2"/>
          </a:solidFill>
          <a:ln>
            <a:noFill/>
          </a:ln>
        </p:spPr>
        <p:txBody>
          <a:bodyPr lIns="144000" rIns="144000" anchor="ctr"/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1400" b="0">
                <a:solidFill>
                  <a:schemeClr val="bg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Subheading Here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36" hasCustomPrompt="1"/>
          </p:nvPr>
        </p:nvSpPr>
        <p:spPr>
          <a:xfrm>
            <a:off x="367017" y="1940576"/>
            <a:ext cx="5569200" cy="20693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Chart Title Here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idx="37" hasCustomPrompt="1"/>
          </p:nvPr>
        </p:nvSpPr>
        <p:spPr>
          <a:xfrm>
            <a:off x="367017" y="2144387"/>
            <a:ext cx="5569200" cy="19099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r>
              <a:rPr lang="en-US"/>
              <a:t>Time Period, Units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38" hasCustomPrompt="1"/>
          </p:nvPr>
        </p:nvSpPr>
        <p:spPr>
          <a:xfrm>
            <a:off x="6260850" y="1940576"/>
            <a:ext cx="5569200" cy="20693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Chart Title Here</a:t>
            </a:r>
          </a:p>
        </p:txBody>
      </p:sp>
      <p:sp>
        <p:nvSpPr>
          <p:cNvPr id="20" name="Text Placeholder 2"/>
          <p:cNvSpPr>
            <a:spLocks noGrp="1"/>
          </p:cNvSpPr>
          <p:nvPr>
            <p:ph type="body" idx="39" hasCustomPrompt="1"/>
          </p:nvPr>
        </p:nvSpPr>
        <p:spPr>
          <a:xfrm>
            <a:off x="6260850" y="2144387"/>
            <a:ext cx="5569200" cy="19099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r>
              <a:rPr lang="en-US"/>
              <a:t>Time Period, Units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40"/>
          </p:nvPr>
        </p:nvSpPr>
        <p:spPr>
          <a:xfrm>
            <a:off x="358775" y="2438400"/>
            <a:ext cx="5578475" cy="3567113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21" name="Chart Placeholder 3"/>
          <p:cNvSpPr>
            <a:spLocks noGrp="1"/>
          </p:cNvSpPr>
          <p:nvPr>
            <p:ph type="chart" sz="quarter" idx="41"/>
          </p:nvPr>
        </p:nvSpPr>
        <p:spPr>
          <a:xfrm>
            <a:off x="6260850" y="2438400"/>
            <a:ext cx="5578475" cy="3567113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  <p:extLst>
      <p:ext uri="{BB962C8B-B14F-4D97-AF65-F5344CB8AC3E}">
        <p14:creationId xmlns:p14="http://schemas.microsoft.com/office/powerpoint/2010/main" val="209076761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hart Slide">
    <p:bg>
      <p:bgPr>
        <a:solidFill>
          <a:schemeClr val="bg2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Single Chart Slide – w Line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14"/>
          </p:nvPr>
        </p:nvSpPr>
        <p:spPr>
          <a:xfrm>
            <a:off x="358774" y="1944822"/>
            <a:ext cx="11476800" cy="4067175"/>
          </a:xfrm>
        </p:spPr>
        <p:txBody>
          <a:bodyPr/>
          <a:lstStyle/>
          <a:p>
            <a:r>
              <a:rPr lang="en-US"/>
              <a:t>Click icon to add chart</a:t>
            </a:r>
            <a:endParaRPr lang="en-AU"/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idx="36" hasCustomPrompt="1"/>
          </p:nvPr>
        </p:nvSpPr>
        <p:spPr>
          <a:xfrm>
            <a:off x="358774" y="1349861"/>
            <a:ext cx="5569200" cy="20693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Chart Title Here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37" hasCustomPrompt="1"/>
          </p:nvPr>
        </p:nvSpPr>
        <p:spPr>
          <a:xfrm>
            <a:off x="358774" y="1553672"/>
            <a:ext cx="5569200" cy="19099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r>
              <a:rPr lang="en-US"/>
              <a:t>Time Period, Units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s x 2">
    <p:bg>
      <p:bgPr>
        <a:solidFill>
          <a:schemeClr val="bg2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58774" y="1938339"/>
            <a:ext cx="5569200" cy="4067174"/>
          </a:xfrm>
        </p:spPr>
        <p:txBody>
          <a:bodyPr/>
          <a:lstStyle/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23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259298" y="1938337"/>
            <a:ext cx="5569200" cy="4067175"/>
          </a:xfrm>
        </p:spPr>
        <p:txBody>
          <a:bodyPr/>
          <a:lstStyle/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25" name="Text Placeholder 2"/>
          <p:cNvSpPr>
            <a:spLocks noGrp="1"/>
          </p:cNvSpPr>
          <p:nvPr>
            <p:ph type="body" idx="36" hasCustomPrompt="1"/>
          </p:nvPr>
        </p:nvSpPr>
        <p:spPr>
          <a:xfrm>
            <a:off x="358774" y="1349861"/>
            <a:ext cx="5569200" cy="20693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Chart Title Here</a:t>
            </a:r>
          </a:p>
        </p:txBody>
      </p:sp>
      <p:sp>
        <p:nvSpPr>
          <p:cNvPr id="26" name="Text Placeholder 2"/>
          <p:cNvSpPr>
            <a:spLocks noGrp="1"/>
          </p:cNvSpPr>
          <p:nvPr>
            <p:ph type="body" idx="37" hasCustomPrompt="1"/>
          </p:nvPr>
        </p:nvSpPr>
        <p:spPr>
          <a:xfrm>
            <a:off x="358774" y="1553672"/>
            <a:ext cx="5569200" cy="19099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r>
              <a:rPr lang="en-US"/>
              <a:t>Time Period, Units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7" name="Text Placeholder 2"/>
          <p:cNvSpPr>
            <a:spLocks noGrp="1"/>
          </p:cNvSpPr>
          <p:nvPr>
            <p:ph type="body" idx="41" hasCustomPrompt="1"/>
          </p:nvPr>
        </p:nvSpPr>
        <p:spPr>
          <a:xfrm>
            <a:off x="6259298" y="1349861"/>
            <a:ext cx="5569200" cy="20693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Chart Title Here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42" hasCustomPrompt="1"/>
          </p:nvPr>
        </p:nvSpPr>
        <p:spPr>
          <a:xfrm>
            <a:off x="6259298" y="1553672"/>
            <a:ext cx="5569200" cy="19099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r>
              <a:rPr lang="en-US"/>
              <a:t>Time Period, Units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Charts x 2 – with Subheading &amp; Text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 Charts x 4 - Quadrant">
    <p:bg>
      <p:bgPr>
        <a:solidFill>
          <a:schemeClr val="bg2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Small Charts x 4 – Quadrant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65011" y="1769395"/>
            <a:ext cx="5569200" cy="1854000"/>
          </a:xfrm>
        </p:spPr>
        <p:txBody>
          <a:bodyPr/>
          <a:lstStyle/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260035" y="1769393"/>
            <a:ext cx="5569200" cy="1854000"/>
          </a:xfrm>
        </p:spPr>
        <p:txBody>
          <a:bodyPr/>
          <a:lstStyle/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52" name="Content Placeholder 3"/>
          <p:cNvSpPr>
            <a:spLocks noGrp="1"/>
          </p:cNvSpPr>
          <p:nvPr>
            <p:ph sz="half" idx="40" hasCustomPrompt="1"/>
          </p:nvPr>
        </p:nvSpPr>
        <p:spPr>
          <a:xfrm>
            <a:off x="365011" y="4151513"/>
            <a:ext cx="5569200" cy="1854000"/>
          </a:xfrm>
        </p:spPr>
        <p:txBody>
          <a:bodyPr/>
          <a:lstStyle/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64" name="Content Placeholder 5"/>
          <p:cNvSpPr>
            <a:spLocks noGrp="1"/>
          </p:cNvSpPr>
          <p:nvPr>
            <p:ph sz="quarter" idx="43" hasCustomPrompt="1"/>
          </p:nvPr>
        </p:nvSpPr>
        <p:spPr>
          <a:xfrm>
            <a:off x="6260035" y="4151512"/>
            <a:ext cx="5569200" cy="1854000"/>
          </a:xfrm>
        </p:spPr>
        <p:txBody>
          <a:bodyPr/>
          <a:lstStyle/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23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46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25" name="Text Placeholder 2"/>
          <p:cNvSpPr>
            <a:spLocks noGrp="1"/>
          </p:cNvSpPr>
          <p:nvPr>
            <p:ph type="body" idx="36" hasCustomPrompt="1"/>
          </p:nvPr>
        </p:nvSpPr>
        <p:spPr>
          <a:xfrm>
            <a:off x="365011" y="1349861"/>
            <a:ext cx="5569200" cy="20693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Chart Title Here</a:t>
            </a:r>
          </a:p>
        </p:txBody>
      </p:sp>
      <p:sp>
        <p:nvSpPr>
          <p:cNvPr id="26" name="Text Placeholder 2"/>
          <p:cNvSpPr>
            <a:spLocks noGrp="1"/>
          </p:cNvSpPr>
          <p:nvPr>
            <p:ph type="body" idx="37" hasCustomPrompt="1"/>
          </p:nvPr>
        </p:nvSpPr>
        <p:spPr>
          <a:xfrm>
            <a:off x="365011" y="1553672"/>
            <a:ext cx="5569200" cy="19099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r>
              <a:rPr lang="en-US"/>
              <a:t>Time Period, Units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47" hasCustomPrompt="1"/>
          </p:nvPr>
        </p:nvSpPr>
        <p:spPr>
          <a:xfrm>
            <a:off x="6260035" y="1349861"/>
            <a:ext cx="5569200" cy="20693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Chart Title Here</a:t>
            </a:r>
          </a:p>
        </p:txBody>
      </p:sp>
      <p:sp>
        <p:nvSpPr>
          <p:cNvPr id="28" name="Text Placeholder 2"/>
          <p:cNvSpPr>
            <a:spLocks noGrp="1"/>
          </p:cNvSpPr>
          <p:nvPr>
            <p:ph type="body" idx="48" hasCustomPrompt="1"/>
          </p:nvPr>
        </p:nvSpPr>
        <p:spPr>
          <a:xfrm>
            <a:off x="6260035" y="1553672"/>
            <a:ext cx="5569200" cy="19099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r>
              <a:rPr lang="en-US"/>
              <a:t>Time Period, Units</a:t>
            </a:r>
          </a:p>
        </p:txBody>
      </p:sp>
      <p:sp>
        <p:nvSpPr>
          <p:cNvPr id="29" name="Text Placeholder 2"/>
          <p:cNvSpPr>
            <a:spLocks noGrp="1"/>
          </p:cNvSpPr>
          <p:nvPr>
            <p:ph type="body" idx="49" hasCustomPrompt="1"/>
          </p:nvPr>
        </p:nvSpPr>
        <p:spPr>
          <a:xfrm>
            <a:off x="365011" y="3731998"/>
            <a:ext cx="5569200" cy="20693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Chart Title Here</a:t>
            </a:r>
          </a:p>
        </p:txBody>
      </p:sp>
      <p:sp>
        <p:nvSpPr>
          <p:cNvPr id="30" name="Text Placeholder 2"/>
          <p:cNvSpPr>
            <a:spLocks noGrp="1"/>
          </p:cNvSpPr>
          <p:nvPr>
            <p:ph type="body" idx="50" hasCustomPrompt="1"/>
          </p:nvPr>
        </p:nvSpPr>
        <p:spPr>
          <a:xfrm>
            <a:off x="365011" y="3935809"/>
            <a:ext cx="5569200" cy="19099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r>
              <a:rPr lang="en-US"/>
              <a:t>Time Period, Units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51" hasCustomPrompt="1"/>
          </p:nvPr>
        </p:nvSpPr>
        <p:spPr>
          <a:xfrm>
            <a:off x="6260035" y="3731998"/>
            <a:ext cx="5569200" cy="20693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Chart Title Here</a:t>
            </a:r>
          </a:p>
        </p:txBody>
      </p:sp>
      <p:sp>
        <p:nvSpPr>
          <p:cNvPr id="32" name="Text Placeholder 2"/>
          <p:cNvSpPr>
            <a:spLocks noGrp="1"/>
          </p:cNvSpPr>
          <p:nvPr>
            <p:ph type="body" idx="52" hasCustomPrompt="1"/>
          </p:nvPr>
        </p:nvSpPr>
        <p:spPr>
          <a:xfrm>
            <a:off x="6260035" y="3935809"/>
            <a:ext cx="5569200" cy="19099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r>
              <a:rPr lang="en-US"/>
              <a:t>Time Period, Units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 Charts x 2 - Subhead+Text">
    <p:bg>
      <p:bgPr>
        <a:solidFill>
          <a:schemeClr val="bg2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Small Charts x 2 – with Subheading &amp; Text</a:t>
            </a:r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258611" y="1744663"/>
            <a:ext cx="5569200" cy="4260850"/>
          </a:xfrm>
        </p:spPr>
        <p:txBody>
          <a:bodyPr/>
          <a:lstStyle/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32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6258611" y="1344438"/>
            <a:ext cx="5569200" cy="400223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Subheading Here</a:t>
            </a: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43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65011" y="1769395"/>
            <a:ext cx="5569200" cy="1854000"/>
          </a:xfrm>
        </p:spPr>
        <p:txBody>
          <a:bodyPr/>
          <a:lstStyle/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40" hasCustomPrompt="1"/>
          </p:nvPr>
        </p:nvSpPr>
        <p:spPr>
          <a:xfrm>
            <a:off x="365011" y="4151513"/>
            <a:ext cx="5569200" cy="1854000"/>
          </a:xfrm>
        </p:spPr>
        <p:txBody>
          <a:bodyPr/>
          <a:lstStyle/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type="body" idx="36" hasCustomPrompt="1"/>
          </p:nvPr>
        </p:nvSpPr>
        <p:spPr>
          <a:xfrm>
            <a:off x="365011" y="1349861"/>
            <a:ext cx="5569200" cy="20693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Chart Title Here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37" hasCustomPrompt="1"/>
          </p:nvPr>
        </p:nvSpPr>
        <p:spPr>
          <a:xfrm>
            <a:off x="365011" y="1553672"/>
            <a:ext cx="5569200" cy="19099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r>
              <a:rPr lang="en-US"/>
              <a:t>Time Period, Units</a:t>
            </a:r>
          </a:p>
        </p:txBody>
      </p:sp>
      <p:sp>
        <p:nvSpPr>
          <p:cNvPr id="23" name="Text Placeholder 2"/>
          <p:cNvSpPr>
            <a:spLocks noGrp="1"/>
          </p:cNvSpPr>
          <p:nvPr>
            <p:ph type="body" idx="49" hasCustomPrompt="1"/>
          </p:nvPr>
        </p:nvSpPr>
        <p:spPr>
          <a:xfrm>
            <a:off x="365011" y="3731998"/>
            <a:ext cx="5569200" cy="20693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Chart Title Here</a:t>
            </a:r>
          </a:p>
        </p:txBody>
      </p:sp>
      <p:sp>
        <p:nvSpPr>
          <p:cNvPr id="24" name="Text Placeholder 2"/>
          <p:cNvSpPr>
            <a:spLocks noGrp="1"/>
          </p:cNvSpPr>
          <p:nvPr>
            <p:ph type="body" idx="50" hasCustomPrompt="1"/>
          </p:nvPr>
        </p:nvSpPr>
        <p:spPr>
          <a:xfrm>
            <a:off x="365011" y="3935809"/>
            <a:ext cx="5569200" cy="19099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r>
              <a:rPr lang="en-US"/>
              <a:t>Time Period, Units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. Small Charts x 2 - Subhead+Text">
    <p:bg>
      <p:bgPr>
        <a:solidFill>
          <a:schemeClr val="bg2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Alternate Small Charts x 2 – with Subheading &amp; Text</a:t>
            </a:r>
          </a:p>
        </p:txBody>
      </p:sp>
      <p:sp>
        <p:nvSpPr>
          <p:cNvPr id="40" name="Content Placeholder 5"/>
          <p:cNvSpPr>
            <a:spLocks noGrp="1"/>
          </p:cNvSpPr>
          <p:nvPr>
            <p:ph sz="quarter" idx="40" hasCustomPrompt="1"/>
          </p:nvPr>
        </p:nvSpPr>
        <p:spPr>
          <a:xfrm>
            <a:off x="365011" y="4092091"/>
            <a:ext cx="11445874" cy="1913422"/>
          </a:xfrm>
        </p:spPr>
        <p:txBody>
          <a:bodyPr/>
          <a:lstStyle/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41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358775" y="3736931"/>
            <a:ext cx="11445874" cy="349423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Subheading Here</a:t>
            </a: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65011" y="1769395"/>
            <a:ext cx="5569200" cy="1854000"/>
          </a:xfrm>
        </p:spPr>
        <p:txBody>
          <a:bodyPr/>
          <a:lstStyle/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20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260035" y="1769393"/>
            <a:ext cx="5569200" cy="1854000"/>
          </a:xfrm>
        </p:spPr>
        <p:txBody>
          <a:bodyPr/>
          <a:lstStyle/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type="body" idx="36" hasCustomPrompt="1"/>
          </p:nvPr>
        </p:nvSpPr>
        <p:spPr>
          <a:xfrm>
            <a:off x="365011" y="1349861"/>
            <a:ext cx="5569200" cy="20693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Chart Title Here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37" hasCustomPrompt="1"/>
          </p:nvPr>
        </p:nvSpPr>
        <p:spPr>
          <a:xfrm>
            <a:off x="365011" y="1553672"/>
            <a:ext cx="5569200" cy="19099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r>
              <a:rPr lang="en-US"/>
              <a:t>Time Period, Units</a:t>
            </a:r>
          </a:p>
        </p:txBody>
      </p:sp>
      <p:sp>
        <p:nvSpPr>
          <p:cNvPr id="23" name="Text Placeholder 2"/>
          <p:cNvSpPr>
            <a:spLocks noGrp="1"/>
          </p:cNvSpPr>
          <p:nvPr>
            <p:ph type="body" idx="47" hasCustomPrompt="1"/>
          </p:nvPr>
        </p:nvSpPr>
        <p:spPr>
          <a:xfrm>
            <a:off x="6260035" y="1349861"/>
            <a:ext cx="5569200" cy="20693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Chart Title Here</a:t>
            </a:r>
          </a:p>
        </p:txBody>
      </p:sp>
      <p:sp>
        <p:nvSpPr>
          <p:cNvPr id="24" name="Text Placeholder 2"/>
          <p:cNvSpPr>
            <a:spLocks noGrp="1"/>
          </p:cNvSpPr>
          <p:nvPr>
            <p:ph type="body" idx="48" hasCustomPrompt="1"/>
          </p:nvPr>
        </p:nvSpPr>
        <p:spPr>
          <a:xfrm>
            <a:off x="6260035" y="1553672"/>
            <a:ext cx="5569200" cy="190992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r>
              <a:rPr lang="en-US"/>
              <a:t>Time Period, Units</a:t>
            </a:r>
          </a:p>
        </p:txBody>
      </p:sp>
      <p:sp>
        <p:nvSpPr>
          <p:cNvPr id="14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Table Slide">
    <p:bg>
      <p:bgPr>
        <a:solidFill>
          <a:schemeClr val="bg2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Single Table Slide</a:t>
            </a:r>
          </a:p>
        </p:txBody>
      </p:sp>
      <p:sp>
        <p:nvSpPr>
          <p:cNvPr id="5" name="Table Placeholder 4"/>
          <p:cNvSpPr>
            <a:spLocks noGrp="1"/>
          </p:cNvSpPr>
          <p:nvPr>
            <p:ph type="tbl" sz="quarter" idx="15"/>
          </p:nvPr>
        </p:nvSpPr>
        <p:spPr>
          <a:xfrm>
            <a:off x="358775" y="1341437"/>
            <a:ext cx="11461750" cy="4664075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AU"/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8" name="Text Placeholder 5"/>
          <p:cNvSpPr>
            <a:spLocks noGrp="1"/>
          </p:cNvSpPr>
          <p:nvPr>
            <p:ph type="body" sz="quarter" idx="18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temise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err="1"/>
              <a:t>Itemised</a:t>
            </a:r>
            <a:r>
              <a:rPr lang="en-US"/>
              <a:t> List</a:t>
            </a:r>
          </a:p>
        </p:txBody>
      </p:sp>
      <p:sp>
        <p:nvSpPr>
          <p:cNvPr id="25" name="Text Placeholder 3"/>
          <p:cNvSpPr>
            <a:spLocks noGrp="1"/>
          </p:cNvSpPr>
          <p:nvPr>
            <p:ph type="body" sz="quarter" idx="14" hasCustomPrompt="1"/>
          </p:nvPr>
        </p:nvSpPr>
        <p:spPr>
          <a:xfrm>
            <a:off x="358775" y="1938338"/>
            <a:ext cx="2749550" cy="900000"/>
          </a:xfrm>
          <a:solidFill>
            <a:schemeClr val="accent2"/>
          </a:solidFill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err="1"/>
              <a:t>Capitalise</a:t>
            </a:r>
            <a:r>
              <a:rPr lang="en-US"/>
              <a:t> Each Word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358775" y="4928390"/>
            <a:ext cx="2749550" cy="900000"/>
          </a:xfrm>
          <a:solidFill>
            <a:schemeClr val="accent2"/>
          </a:solidFill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err="1"/>
              <a:t>Capitalise</a:t>
            </a:r>
            <a:r>
              <a:rPr lang="en-US"/>
              <a:t> Each Word</a:t>
            </a:r>
          </a:p>
        </p:txBody>
      </p:sp>
      <p:sp>
        <p:nvSpPr>
          <p:cNvPr id="30" name="Text Placeholder 3"/>
          <p:cNvSpPr>
            <a:spLocks noGrp="1"/>
          </p:cNvSpPr>
          <p:nvPr>
            <p:ph type="body" sz="quarter" idx="18" hasCustomPrompt="1"/>
          </p:nvPr>
        </p:nvSpPr>
        <p:spPr>
          <a:xfrm>
            <a:off x="358775" y="2935022"/>
            <a:ext cx="2749550" cy="900000"/>
          </a:xfrm>
          <a:solidFill>
            <a:schemeClr val="accent2"/>
          </a:solidFill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err="1"/>
              <a:t>Capitalise</a:t>
            </a:r>
            <a:r>
              <a:rPr lang="en-US"/>
              <a:t> Each Word</a:t>
            </a:r>
          </a:p>
        </p:txBody>
      </p:sp>
      <p:sp>
        <p:nvSpPr>
          <p:cNvPr id="33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358775" y="3931706"/>
            <a:ext cx="2749550" cy="900000"/>
          </a:xfrm>
          <a:solidFill>
            <a:schemeClr val="accent2"/>
          </a:solidFill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err="1"/>
              <a:t>Capitalise</a:t>
            </a:r>
            <a:r>
              <a:rPr lang="en-US"/>
              <a:t> Each Word</a:t>
            </a:r>
          </a:p>
        </p:txBody>
      </p:sp>
      <p:sp>
        <p:nvSpPr>
          <p:cNvPr id="14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26" hasCustomPrompt="1"/>
          </p:nvPr>
        </p:nvSpPr>
        <p:spPr>
          <a:xfrm>
            <a:off x="3263899" y="1938338"/>
            <a:ext cx="8566149" cy="900000"/>
          </a:xfrm>
          <a:solidFill>
            <a:schemeClr val="bg2">
              <a:alpha val="75000"/>
            </a:schemeClr>
          </a:solidFill>
        </p:spPr>
        <p:txBody>
          <a:bodyPr vert="horz" lIns="72000" tIns="72000" rIns="72000" bIns="0" rtlCol="0" anchor="t">
            <a:no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quarter" idx="27" hasCustomPrompt="1"/>
          </p:nvPr>
        </p:nvSpPr>
        <p:spPr>
          <a:xfrm>
            <a:off x="3263899" y="2935022"/>
            <a:ext cx="8566149" cy="900000"/>
          </a:xfrm>
          <a:solidFill>
            <a:schemeClr val="bg2">
              <a:alpha val="75000"/>
            </a:schemeClr>
          </a:solidFill>
        </p:spPr>
        <p:txBody>
          <a:bodyPr vert="horz" lIns="72000" tIns="72000" rIns="72000" bIns="0" rtlCol="0" anchor="t">
            <a:no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</p:txBody>
      </p:sp>
      <p:sp>
        <p:nvSpPr>
          <p:cNvPr id="17" name="Text Placeholder 3"/>
          <p:cNvSpPr>
            <a:spLocks noGrp="1"/>
          </p:cNvSpPr>
          <p:nvPr>
            <p:ph type="body" sz="quarter" idx="28" hasCustomPrompt="1"/>
          </p:nvPr>
        </p:nvSpPr>
        <p:spPr>
          <a:xfrm>
            <a:off x="3263899" y="3931706"/>
            <a:ext cx="8566149" cy="900000"/>
          </a:xfrm>
          <a:solidFill>
            <a:schemeClr val="bg2">
              <a:alpha val="75000"/>
            </a:schemeClr>
          </a:solidFill>
        </p:spPr>
        <p:txBody>
          <a:bodyPr vert="horz" lIns="72000" tIns="72000" rIns="72000" bIns="0" rtlCol="0" anchor="t">
            <a:no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29" hasCustomPrompt="1"/>
          </p:nvPr>
        </p:nvSpPr>
        <p:spPr>
          <a:xfrm>
            <a:off x="3263899" y="4928390"/>
            <a:ext cx="8566149" cy="900000"/>
          </a:xfrm>
          <a:solidFill>
            <a:schemeClr val="bg2">
              <a:alpha val="75000"/>
            </a:schemeClr>
          </a:solidFill>
        </p:spPr>
        <p:txBody>
          <a:bodyPr vert="horz" lIns="72000" tIns="72000" rIns="72000" bIns="0" rtlCol="0" anchor="t">
            <a:no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temised List With 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 Placeholder 3"/>
          <p:cNvSpPr>
            <a:spLocks noGrp="1"/>
          </p:cNvSpPr>
          <p:nvPr>
            <p:ph type="body" sz="quarter" idx="14" hasCustomPrompt="1"/>
          </p:nvPr>
        </p:nvSpPr>
        <p:spPr>
          <a:xfrm>
            <a:off x="956235" y="1938338"/>
            <a:ext cx="2412607" cy="900000"/>
          </a:xfrm>
          <a:solidFill>
            <a:schemeClr val="accent2"/>
          </a:solidFill>
        </p:spPr>
        <p:txBody>
          <a:bodyPr lIns="108000" rIns="108000" anchor="ctr"/>
          <a:lstStyle>
            <a:lvl1pPr marL="0" indent="0" algn="ctr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err="1"/>
              <a:t>Capitalise</a:t>
            </a:r>
            <a:r>
              <a:rPr lang="en-US"/>
              <a:t> Each Word                                                   </a:t>
            </a:r>
          </a:p>
        </p:txBody>
      </p:sp>
      <p:sp>
        <p:nvSpPr>
          <p:cNvPr id="10" name="Title 9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err="1"/>
              <a:t>Itemised</a:t>
            </a:r>
            <a:r>
              <a:rPr lang="en-US"/>
              <a:t> List – w Titles</a:t>
            </a:r>
          </a:p>
        </p:txBody>
      </p:sp>
      <p:sp>
        <p:nvSpPr>
          <p:cNvPr id="48" name="Text Placeholder 2"/>
          <p:cNvSpPr>
            <a:spLocks noGrp="1"/>
          </p:cNvSpPr>
          <p:nvPr>
            <p:ph type="body" idx="23" hasCustomPrompt="1"/>
          </p:nvPr>
        </p:nvSpPr>
        <p:spPr>
          <a:xfrm>
            <a:off x="358775" y="1344440"/>
            <a:ext cx="2713036" cy="402211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Small Heading in Title Case</a:t>
            </a:r>
          </a:p>
        </p:txBody>
      </p:sp>
      <p:sp>
        <p:nvSpPr>
          <p:cNvPr id="52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3776662" y="1344440"/>
            <a:ext cx="8053200" cy="402211"/>
          </a:xfrm>
          <a:noFill/>
        </p:spPr>
        <p:txBody>
          <a:bodyPr lIns="0" rIns="144000" anchor="t"/>
          <a:lstStyle>
            <a:lvl1pPr marL="0" indent="0" algn="l">
              <a:lnSpc>
                <a:spcPct val="90000"/>
              </a:lnSpc>
              <a:spcBef>
                <a:spcPts val="400"/>
              </a:spcBef>
              <a:buNone/>
              <a:defRPr sz="1100" b="0">
                <a:solidFill>
                  <a:schemeClr val="tx1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Small Heading in Title Case</a:t>
            </a:r>
          </a:p>
        </p:txBody>
      </p:sp>
      <p:sp>
        <p:nvSpPr>
          <p:cNvPr id="24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26" name="Text Placeholder 3"/>
          <p:cNvSpPr>
            <a:spLocks noGrp="1"/>
          </p:cNvSpPr>
          <p:nvPr>
            <p:ph type="body" sz="quarter" idx="32" hasCustomPrompt="1"/>
          </p:nvPr>
        </p:nvSpPr>
        <p:spPr>
          <a:xfrm>
            <a:off x="3776663" y="1938338"/>
            <a:ext cx="8053387" cy="900000"/>
          </a:xfrm>
          <a:solidFill>
            <a:schemeClr val="bg2">
              <a:alpha val="75000"/>
            </a:schemeClr>
          </a:solidFill>
        </p:spPr>
        <p:txBody>
          <a:bodyPr vert="horz" lIns="72000" tIns="72000" rIns="72000" bIns="0" rtlCol="0" anchor="t">
            <a:no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quarter" idx="33" hasCustomPrompt="1"/>
          </p:nvPr>
        </p:nvSpPr>
        <p:spPr>
          <a:xfrm>
            <a:off x="3776663" y="2935022"/>
            <a:ext cx="8053387" cy="900000"/>
          </a:xfrm>
          <a:solidFill>
            <a:schemeClr val="bg2">
              <a:alpha val="75000"/>
            </a:schemeClr>
          </a:solidFill>
        </p:spPr>
        <p:txBody>
          <a:bodyPr vert="horz" lIns="72000" tIns="72000" rIns="72000" bIns="0" rtlCol="0" anchor="t">
            <a:no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</p:txBody>
      </p:sp>
      <p:sp>
        <p:nvSpPr>
          <p:cNvPr id="28" name="Text Placeholder 3"/>
          <p:cNvSpPr>
            <a:spLocks noGrp="1"/>
          </p:cNvSpPr>
          <p:nvPr>
            <p:ph type="body" sz="quarter" idx="34" hasCustomPrompt="1"/>
          </p:nvPr>
        </p:nvSpPr>
        <p:spPr>
          <a:xfrm>
            <a:off x="3776663" y="3931706"/>
            <a:ext cx="8053387" cy="900000"/>
          </a:xfrm>
          <a:solidFill>
            <a:schemeClr val="bg2">
              <a:alpha val="75000"/>
            </a:schemeClr>
          </a:solidFill>
        </p:spPr>
        <p:txBody>
          <a:bodyPr vert="horz" lIns="72000" tIns="72000" rIns="72000" bIns="0" rtlCol="0" anchor="t">
            <a:no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</p:txBody>
      </p:sp>
      <p:sp>
        <p:nvSpPr>
          <p:cNvPr id="29" name="Text Placeholder 3"/>
          <p:cNvSpPr>
            <a:spLocks noGrp="1"/>
          </p:cNvSpPr>
          <p:nvPr>
            <p:ph type="body" sz="quarter" idx="35" hasCustomPrompt="1"/>
          </p:nvPr>
        </p:nvSpPr>
        <p:spPr>
          <a:xfrm>
            <a:off x="3776663" y="4928390"/>
            <a:ext cx="8053387" cy="900000"/>
          </a:xfrm>
          <a:solidFill>
            <a:schemeClr val="bg2">
              <a:alpha val="75000"/>
            </a:schemeClr>
          </a:solidFill>
        </p:spPr>
        <p:txBody>
          <a:bodyPr vert="horz" lIns="72000" tIns="72000" rIns="72000" bIns="0" rtlCol="0" anchor="t">
            <a:no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/>
            <a:r>
              <a:rPr lang="en-US"/>
              <a:t>Level one bullet point here</a:t>
            </a:r>
          </a:p>
          <a:p>
            <a:pPr lvl="1"/>
            <a:r>
              <a:rPr lang="en-US"/>
              <a:t>Level two bullet point here</a:t>
            </a:r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8F89C6CF-C253-824A-9ABF-913F949170A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8775" y="1938290"/>
            <a:ext cx="597460" cy="900000"/>
          </a:xfrm>
          <a:solidFill>
            <a:schemeClr val="accent1"/>
          </a:solidFill>
        </p:spPr>
        <p:txBody>
          <a:bodyPr lIns="108000" rIns="108000" anchor="ctr"/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8530F77E-9291-5941-9665-2B0EFF8DCED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56235" y="2935070"/>
            <a:ext cx="2412607" cy="900000"/>
          </a:xfrm>
          <a:solidFill>
            <a:schemeClr val="accent2"/>
          </a:solidFill>
        </p:spPr>
        <p:txBody>
          <a:bodyPr lIns="108000" rIns="108000" anchor="ctr"/>
          <a:lstStyle>
            <a:lvl1pPr marL="0" indent="0" algn="ctr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err="1"/>
              <a:t>Capitalise</a:t>
            </a:r>
            <a:r>
              <a:rPr lang="en-US"/>
              <a:t> Each Word                                                   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625529E1-B685-5A4F-9093-371EBBA4F95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58775" y="2935022"/>
            <a:ext cx="597460" cy="900000"/>
          </a:xfrm>
          <a:solidFill>
            <a:schemeClr val="accent1"/>
          </a:solidFill>
        </p:spPr>
        <p:txBody>
          <a:bodyPr lIns="108000" rIns="108000" anchor="ctr"/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2</a:t>
            </a:r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0FE75AEC-114C-9C4F-BBEC-73F32CFE1B5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6235" y="3931706"/>
            <a:ext cx="2412607" cy="900000"/>
          </a:xfrm>
          <a:solidFill>
            <a:schemeClr val="accent2"/>
          </a:solidFill>
        </p:spPr>
        <p:txBody>
          <a:bodyPr lIns="108000" rIns="108000" anchor="ctr"/>
          <a:lstStyle>
            <a:lvl1pPr marL="0" indent="0" algn="ctr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err="1"/>
              <a:t>Capitalise</a:t>
            </a:r>
            <a:r>
              <a:rPr lang="en-US"/>
              <a:t> Each Word                                                   </a:t>
            </a:r>
          </a:p>
        </p:txBody>
      </p: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1DBF10E6-92F0-7E4D-9600-EA92C8586C11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358775" y="3931658"/>
            <a:ext cx="597460" cy="900000"/>
          </a:xfrm>
          <a:solidFill>
            <a:schemeClr val="accent1"/>
          </a:solidFill>
        </p:spPr>
        <p:txBody>
          <a:bodyPr lIns="108000" rIns="108000" anchor="ctr"/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3</a:t>
            </a:r>
          </a:p>
        </p:txBody>
      </p:sp>
      <p:sp>
        <p:nvSpPr>
          <p:cNvPr id="39" name="Text Placeholder 3">
            <a:extLst>
              <a:ext uri="{FF2B5EF4-FFF2-40B4-BE49-F238E27FC236}">
                <a16:creationId xmlns:a16="http://schemas.microsoft.com/office/drawing/2014/main" id="{826FBB4F-186D-1744-A1A3-DDC85484525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56235" y="4928390"/>
            <a:ext cx="2412607" cy="900000"/>
          </a:xfrm>
          <a:solidFill>
            <a:schemeClr val="accent2"/>
          </a:solidFill>
        </p:spPr>
        <p:txBody>
          <a:bodyPr lIns="108000" rIns="108000" anchor="ctr"/>
          <a:lstStyle>
            <a:lvl1pPr marL="0" indent="0" algn="ctr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err="1"/>
              <a:t>Capitalise</a:t>
            </a:r>
            <a:r>
              <a:rPr lang="en-US"/>
              <a:t> Each Word                                                   </a:t>
            </a:r>
          </a:p>
        </p:txBody>
      </p:sp>
      <p:sp>
        <p:nvSpPr>
          <p:cNvPr id="40" name="Text Placeholder 3">
            <a:extLst>
              <a:ext uri="{FF2B5EF4-FFF2-40B4-BE49-F238E27FC236}">
                <a16:creationId xmlns:a16="http://schemas.microsoft.com/office/drawing/2014/main" id="{8F41C377-7AB8-D644-B727-0554D908B0D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58775" y="4928342"/>
            <a:ext cx="597460" cy="900000"/>
          </a:xfrm>
          <a:solidFill>
            <a:schemeClr val="accent1"/>
          </a:solidFill>
        </p:spPr>
        <p:txBody>
          <a:bodyPr lIns="108000" rIns="108000" anchor="ctr"/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4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bg2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bg2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Title Only slide</a:t>
            </a:r>
          </a:p>
        </p:txBody>
      </p:sp>
      <p:sp>
        <p:nvSpPr>
          <p:cNvPr id="6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8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act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366712" y="1341437"/>
            <a:ext cx="5570537" cy="4664075"/>
          </a:xfrm>
        </p:spPr>
        <p:txBody>
          <a:bodyPr/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3600">
                <a:solidFill>
                  <a:schemeClr val="accent2"/>
                </a:solidFill>
                <a:latin typeface="+mj-lt"/>
              </a:defRPr>
            </a:lvl1pPr>
            <a:lvl2pPr>
              <a:defRPr sz="3600">
                <a:solidFill>
                  <a:schemeClr val="accent2"/>
                </a:solidFill>
                <a:latin typeface="+mj-lt"/>
              </a:defRPr>
            </a:lvl2pPr>
            <a:lvl3pPr>
              <a:defRPr sz="3600">
                <a:solidFill>
                  <a:schemeClr val="accent2"/>
                </a:solidFill>
                <a:latin typeface="+mj-lt"/>
              </a:defRPr>
            </a:lvl3pPr>
            <a:lvl4pPr>
              <a:defRPr sz="3600">
                <a:solidFill>
                  <a:schemeClr val="accent2"/>
                </a:solidFill>
                <a:latin typeface="+mj-lt"/>
              </a:defRPr>
            </a:lvl4pPr>
            <a:lvl5pPr>
              <a:defRPr sz="3600"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This is a heading </a:t>
            </a:r>
          </a:p>
          <a:p>
            <a:pPr lvl="0"/>
            <a:r>
              <a:rPr lang="en-US"/>
              <a:t>style for creating </a:t>
            </a:r>
          </a:p>
          <a:p>
            <a:pPr lvl="0"/>
            <a:r>
              <a:rPr lang="en-US"/>
              <a:t>statements </a:t>
            </a:r>
          </a:p>
          <a:p>
            <a:pPr lvl="0"/>
            <a:r>
              <a:rPr lang="en-US"/>
              <a:t>with impact.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357188"/>
            <a:ext cx="5557838" cy="695325"/>
          </a:xfrm>
        </p:spPr>
        <p:txBody>
          <a:bodyPr/>
          <a:lstStyle>
            <a:lvl1pPr marL="0" indent="0">
              <a:buNone/>
              <a:defRPr sz="1200">
                <a:solidFill>
                  <a:schemeClr val="accent2"/>
                </a:solidFill>
              </a:defRPr>
            </a:lvl1pPr>
            <a:lvl2pPr marL="6351" indent="0">
              <a:buNone/>
              <a:defRPr/>
            </a:lvl2pPr>
          </a:lstStyle>
          <a:p>
            <a:pPr lvl="0"/>
            <a:r>
              <a:rPr lang="en-US" sz="1200" u="none" baseline="0">
                <a:solidFill>
                  <a:srgbClr val="13939D"/>
                </a:solidFill>
                <a:latin typeface="MarkOT-Light" charset="0"/>
              </a:rPr>
              <a:t>Option for small intro heading that doesn’t compete with bold statement.</a:t>
            </a:r>
            <a:endParaRPr lang="en-US"/>
          </a:p>
        </p:txBody>
      </p:sp>
      <p:sp>
        <p:nvSpPr>
          <p:cNvPr id="10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1" name="Text Placeholder 5"/>
          <p:cNvSpPr>
            <a:spLocks noGrp="1"/>
          </p:cNvSpPr>
          <p:nvPr>
            <p:ph type="body" sz="quarter" idx="18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iple Column Large Text">
    <p:bg>
      <p:bgPr>
        <a:solidFill>
          <a:schemeClr val="bg2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Triple Column – Large Text</a:t>
            </a:r>
          </a:p>
        </p:txBody>
      </p:sp>
      <p:sp>
        <p:nvSpPr>
          <p:cNvPr id="10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8"/>
          </p:nvPr>
        </p:nvSpPr>
        <p:spPr>
          <a:xfrm>
            <a:off x="358775" y="1341438"/>
            <a:ext cx="2749550" cy="4664075"/>
          </a:xfrm>
        </p:spPr>
        <p:txBody>
          <a:bodyPr/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9"/>
          </p:nvPr>
        </p:nvSpPr>
        <p:spPr>
          <a:xfrm>
            <a:off x="3272663" y="1341438"/>
            <a:ext cx="2749550" cy="4664075"/>
          </a:xfrm>
        </p:spPr>
        <p:txBody>
          <a:bodyPr/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20"/>
          </p:nvPr>
        </p:nvSpPr>
        <p:spPr>
          <a:xfrm>
            <a:off x="6186551" y="1341438"/>
            <a:ext cx="2749550" cy="4664075"/>
          </a:xfrm>
        </p:spPr>
        <p:txBody>
          <a:bodyPr/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Hierarchy Text">
    <p:bg>
      <p:bgPr>
        <a:solidFill>
          <a:schemeClr val="bg2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Single Column – Hierarchy Text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366523" y="1341437"/>
            <a:ext cx="2754000" cy="4664076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1800" baseline="0">
                <a:solidFill>
                  <a:schemeClr val="accent2"/>
                </a:solidFill>
                <a:latin typeface="+mn-lt"/>
              </a:defRPr>
            </a:lvl1pPr>
            <a:lvl2pPr marL="6351" indent="0">
              <a:buNone/>
              <a:defRPr sz="1100" b="0" i="0">
                <a:solidFill>
                  <a:schemeClr val="accent2"/>
                </a:solidFill>
                <a:latin typeface="Mark OT Medium" charset="0"/>
                <a:ea typeface="Mark OT Medium" charset="0"/>
                <a:cs typeface="Mark OT Medium" charset="0"/>
              </a:defRPr>
            </a:lvl2pPr>
            <a:lvl3pPr marL="6351" indent="0">
              <a:buNone/>
              <a:tabLst/>
              <a:defRPr sz="1100" b="0" i="0" baseline="0">
                <a:latin typeface="+mn-lt"/>
                <a:ea typeface="MarkOT" charset="0"/>
                <a:cs typeface="MarkOT" charset="0"/>
              </a:defRPr>
            </a:lvl3pPr>
          </a:lstStyle>
          <a:p>
            <a:pPr lvl="0"/>
            <a:r>
              <a:rPr lang="en-US"/>
              <a:t>If you want a hierarchy of type on one page. Start with large body copy for introductions and shorter sentences. </a:t>
            </a:r>
          </a:p>
          <a:p>
            <a:pPr lvl="1"/>
            <a:r>
              <a:rPr lang="en-US"/>
              <a:t>Sentence two.</a:t>
            </a:r>
          </a:p>
          <a:p>
            <a:pPr lvl="2"/>
            <a:r>
              <a:rPr lang="en-US"/>
              <a:t>Sentence three.</a:t>
            </a:r>
          </a:p>
        </p:txBody>
      </p:sp>
      <p:sp>
        <p:nvSpPr>
          <p:cNvPr id="7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Narrow">
    <p:bg>
      <p:bgPr>
        <a:solidFill>
          <a:schemeClr val="bg2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Single Column – Narrow</a:t>
            </a:r>
          </a:p>
        </p:txBody>
      </p:sp>
      <p:sp>
        <p:nvSpPr>
          <p:cNvPr id="7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358775" y="1343251"/>
            <a:ext cx="2749550" cy="46622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Page Imag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96098" y="6359778"/>
            <a:ext cx="2286827" cy="126747"/>
          </a:xfrm>
          <a:prstGeom prst="rect">
            <a:avLst/>
          </a:prstGeom>
        </p:spPr>
        <p:txBody>
          <a:bodyPr/>
          <a:lstStyle/>
          <a:p>
            <a:fld id="{7202D209-1045-654D-842B-3FF4E3A81A76}" type="datetime1">
              <a:rPr lang="en-AU" smtClean="0"/>
              <a:t>10/08/2026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solidFill>
            <a:schemeClr val="bg2">
              <a:lumMod val="20000"/>
              <a:lumOff val="80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>
              <a:buNone/>
              <a:defRPr lang="en-US" sz="1400" dirty="0"/>
            </a:lvl1pPr>
          </a:lstStyle>
          <a:p>
            <a:pPr lvl="0" algn="ctr"/>
            <a:r>
              <a:rPr lang="en-US"/>
              <a:t>Click icon to add picture</a:t>
            </a:r>
          </a:p>
        </p:txBody>
      </p:sp>
      <p:sp>
        <p:nvSpPr>
          <p:cNvPr id="8" name="Title 5"/>
          <p:cNvSpPr>
            <a:spLocks noGrp="1"/>
          </p:cNvSpPr>
          <p:nvPr>
            <p:ph type="title" hasCustomPrompt="1"/>
          </p:nvPr>
        </p:nvSpPr>
        <p:spPr>
          <a:xfrm>
            <a:off x="358775" y="357809"/>
            <a:ext cx="11461750" cy="694712"/>
          </a:xfrm>
        </p:spPr>
        <p:txBody>
          <a:bodyPr/>
          <a:lstStyle>
            <a:lvl1pPr>
              <a:defRPr baseline="0"/>
            </a:lvl1pPr>
          </a:lstStyle>
          <a:p>
            <a:br>
              <a:rPr lang="en-US"/>
            </a:br>
            <a:r>
              <a:rPr lang="en-US"/>
              <a:t>Full Page Image – w Title</a:t>
            </a:r>
          </a:p>
        </p:txBody>
      </p:sp>
      <p:sp>
        <p:nvSpPr>
          <p:cNvPr id="9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Full Pa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96098" y="6359778"/>
            <a:ext cx="2286827" cy="126747"/>
          </a:xfrm>
          <a:prstGeom prst="rect">
            <a:avLst/>
          </a:prstGeom>
        </p:spPr>
        <p:txBody>
          <a:bodyPr/>
          <a:lstStyle/>
          <a:p>
            <a:fld id="{D48C2A3B-5DC7-254B-A819-DFDB309E2C98}" type="datetime1">
              <a:rPr lang="en-AU" smtClean="0"/>
              <a:t>10/08/2026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solidFill>
            <a:schemeClr val="bg2">
              <a:lumMod val="20000"/>
              <a:lumOff val="80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>
              <a:buNone/>
              <a:defRPr lang="en-US" sz="1400"/>
            </a:lvl1pPr>
          </a:lstStyle>
          <a:p>
            <a:pPr lvl="0" algn="ctr"/>
            <a:r>
              <a:rPr lang="en-US"/>
              <a:t>Click icon to add picture</a:t>
            </a:r>
          </a:p>
        </p:txBody>
      </p:sp>
      <p:sp>
        <p:nvSpPr>
          <p:cNvPr id="6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rge Image Squa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Large Image – Square</a:t>
            </a:r>
          </a:p>
        </p:txBody>
      </p:sp>
      <p:sp>
        <p:nvSpPr>
          <p:cNvPr id="10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6667827" y="1349192"/>
            <a:ext cx="5148000" cy="5148000"/>
          </a:xfrm>
          <a:solidFill>
            <a:schemeClr val="bg2">
              <a:lumMod val="20000"/>
              <a:lumOff val="80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>
              <a:buNone/>
              <a:defRPr lang="en-US" sz="1400"/>
            </a:lvl1pPr>
          </a:lstStyle>
          <a:p>
            <a:pPr lvl="0" algn="ctr"/>
            <a:r>
              <a:rPr lang="en-US"/>
              <a:t>Click icon to add picture</a:t>
            </a:r>
          </a:p>
        </p:txBody>
      </p:sp>
      <p:sp>
        <p:nvSpPr>
          <p:cNvPr id="8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358775" y="1343251"/>
            <a:ext cx="2749550" cy="46622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rge Image Portra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Large Image – Portrait</a:t>
            </a:r>
          </a:p>
        </p:txBody>
      </p:sp>
      <p:sp>
        <p:nvSpPr>
          <p:cNvPr id="9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7400441" y="1349192"/>
            <a:ext cx="4415386" cy="5148000"/>
          </a:xfrm>
          <a:solidFill>
            <a:schemeClr val="bg2">
              <a:lumMod val="20000"/>
              <a:lumOff val="80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>
              <a:buNone/>
              <a:defRPr lang="en-US" sz="1400"/>
            </a:lvl1pPr>
          </a:lstStyle>
          <a:p>
            <a:pPr lvl="0" algn="ctr"/>
            <a:r>
              <a:rPr lang="en-US"/>
              <a:t>Click icon to add picture</a:t>
            </a:r>
          </a:p>
        </p:txBody>
      </p:sp>
      <p:sp>
        <p:nvSpPr>
          <p:cNvPr id="10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4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358775" y="1343251"/>
            <a:ext cx="2749550" cy="46622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rge Image Landscap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Large Image – Landscape</a:t>
            </a:r>
          </a:p>
        </p:txBody>
      </p:sp>
      <p:sp>
        <p:nvSpPr>
          <p:cNvPr id="12" name="Picture Placeholder 10"/>
          <p:cNvSpPr>
            <a:spLocks noGrp="1"/>
          </p:cNvSpPr>
          <p:nvPr>
            <p:ph type="pic" sz="quarter" idx="15"/>
          </p:nvPr>
        </p:nvSpPr>
        <p:spPr>
          <a:xfrm>
            <a:off x="3275014" y="1341442"/>
            <a:ext cx="8545512" cy="4006756"/>
          </a:xfrm>
          <a:solidFill>
            <a:schemeClr val="bg2">
              <a:lumMod val="20000"/>
              <a:lumOff val="80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>
              <a:buNone/>
              <a:defRPr lang="en-US" sz="1400"/>
            </a:lvl1pPr>
          </a:lstStyle>
          <a:p>
            <a:pPr lvl="0" algn="ctr"/>
            <a:r>
              <a:rPr lang="en-US"/>
              <a:t>Click icon to add picture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3275014" y="5511711"/>
            <a:ext cx="2641599" cy="330295"/>
          </a:xfrm>
        </p:spPr>
        <p:txBody>
          <a:bodyPr/>
          <a:lstStyle>
            <a:lvl1pPr marL="0" indent="0">
              <a:lnSpc>
                <a:spcPct val="85000"/>
              </a:lnSpc>
              <a:buNone/>
              <a:defRPr sz="900">
                <a:solidFill>
                  <a:schemeClr val="accent1"/>
                </a:solidFill>
              </a:defRPr>
            </a:lvl1pPr>
          </a:lstStyle>
          <a:p>
            <a:r>
              <a:rPr lang="en-US"/>
              <a:t>Our caption size is 9pt on 11pt leading, used for pointing out images.</a:t>
            </a:r>
          </a:p>
        </p:txBody>
      </p:sp>
      <p:sp>
        <p:nvSpPr>
          <p:cNvPr id="9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5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58775" y="1343251"/>
            <a:ext cx="2749550" cy="46622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20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dium Image Square x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Medium Image – Square x1</a:t>
            </a:r>
          </a:p>
        </p:txBody>
      </p:sp>
      <p:sp>
        <p:nvSpPr>
          <p:cNvPr id="14" name="Picture Placeholder 6"/>
          <p:cNvSpPr>
            <a:spLocks noGrp="1"/>
          </p:cNvSpPr>
          <p:nvPr>
            <p:ph type="pic" sz="quarter" idx="21"/>
          </p:nvPr>
        </p:nvSpPr>
        <p:spPr>
          <a:xfrm>
            <a:off x="9083730" y="1341443"/>
            <a:ext cx="2754000" cy="24840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358775" y="1343251"/>
            <a:ext cx="2749550" cy="46622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dium Image Square 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Medium Image – Square x2</a:t>
            </a:r>
          </a:p>
        </p:txBody>
      </p:sp>
      <p:sp>
        <p:nvSpPr>
          <p:cNvPr id="9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358775" y="1343251"/>
            <a:ext cx="2749550" cy="46622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6"/>
          <p:cNvSpPr>
            <a:spLocks noGrp="1"/>
          </p:cNvSpPr>
          <p:nvPr>
            <p:ph type="pic" sz="quarter" idx="21"/>
          </p:nvPr>
        </p:nvSpPr>
        <p:spPr>
          <a:xfrm>
            <a:off x="9083730" y="1341443"/>
            <a:ext cx="2754000" cy="24840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5" name="Picture Placeholder 6"/>
          <p:cNvSpPr>
            <a:spLocks noGrp="1"/>
          </p:cNvSpPr>
          <p:nvPr>
            <p:ph type="pic" sz="quarter" idx="25"/>
          </p:nvPr>
        </p:nvSpPr>
        <p:spPr>
          <a:xfrm>
            <a:off x="6182875" y="1341443"/>
            <a:ext cx="2735700" cy="24840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dium Image Square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Medium Image – Square x4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358775" y="1343251"/>
            <a:ext cx="2749550" cy="46622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 6"/>
          <p:cNvSpPr>
            <a:spLocks noGrp="1"/>
          </p:cNvSpPr>
          <p:nvPr>
            <p:ph type="pic" sz="quarter" idx="21"/>
          </p:nvPr>
        </p:nvSpPr>
        <p:spPr>
          <a:xfrm>
            <a:off x="9083730" y="1341443"/>
            <a:ext cx="2754000" cy="24840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9" name="Picture Placeholder 6"/>
          <p:cNvSpPr>
            <a:spLocks noGrp="1"/>
          </p:cNvSpPr>
          <p:nvPr>
            <p:ph type="pic" sz="quarter" idx="26"/>
          </p:nvPr>
        </p:nvSpPr>
        <p:spPr>
          <a:xfrm>
            <a:off x="6182875" y="1341443"/>
            <a:ext cx="2735700" cy="24840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Picture Placeholder 6"/>
          <p:cNvSpPr>
            <a:spLocks noGrp="1"/>
          </p:cNvSpPr>
          <p:nvPr>
            <p:ph type="pic" sz="quarter" idx="27"/>
          </p:nvPr>
        </p:nvSpPr>
        <p:spPr>
          <a:xfrm>
            <a:off x="9083730" y="4002525"/>
            <a:ext cx="2754000" cy="24840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Picture Placeholder 6"/>
          <p:cNvSpPr>
            <a:spLocks noGrp="1"/>
          </p:cNvSpPr>
          <p:nvPr>
            <p:ph type="pic" sz="quarter" idx="28"/>
          </p:nvPr>
        </p:nvSpPr>
        <p:spPr>
          <a:xfrm>
            <a:off x="6182875" y="4002525"/>
            <a:ext cx="2735700" cy="24840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dium Image Square x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Medium Image – Square x6</a:t>
            </a:r>
          </a:p>
        </p:txBody>
      </p:sp>
      <p:sp>
        <p:nvSpPr>
          <p:cNvPr id="20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358775" y="1343251"/>
            <a:ext cx="2749550" cy="46622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6"/>
          <p:cNvSpPr>
            <a:spLocks noGrp="1"/>
          </p:cNvSpPr>
          <p:nvPr>
            <p:ph type="pic" sz="quarter" idx="21"/>
          </p:nvPr>
        </p:nvSpPr>
        <p:spPr>
          <a:xfrm>
            <a:off x="9083730" y="1341443"/>
            <a:ext cx="2754000" cy="24840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2" name="Picture Placeholder 6"/>
          <p:cNvSpPr>
            <a:spLocks noGrp="1"/>
          </p:cNvSpPr>
          <p:nvPr>
            <p:ph type="pic" sz="quarter" idx="26"/>
          </p:nvPr>
        </p:nvSpPr>
        <p:spPr>
          <a:xfrm>
            <a:off x="6182875" y="1341443"/>
            <a:ext cx="2735700" cy="24840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3" name="Picture Placeholder 6"/>
          <p:cNvSpPr>
            <a:spLocks noGrp="1"/>
          </p:cNvSpPr>
          <p:nvPr>
            <p:ph type="pic" sz="quarter" idx="27"/>
          </p:nvPr>
        </p:nvSpPr>
        <p:spPr>
          <a:xfrm>
            <a:off x="9083730" y="4002525"/>
            <a:ext cx="2754000" cy="24840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Picture Placeholder 6"/>
          <p:cNvSpPr>
            <a:spLocks noGrp="1"/>
          </p:cNvSpPr>
          <p:nvPr>
            <p:ph type="pic" sz="quarter" idx="28"/>
          </p:nvPr>
        </p:nvSpPr>
        <p:spPr>
          <a:xfrm>
            <a:off x="6182875" y="4002525"/>
            <a:ext cx="2735700" cy="24840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5" name="Picture Placeholder 6"/>
          <p:cNvSpPr>
            <a:spLocks noGrp="1"/>
          </p:cNvSpPr>
          <p:nvPr>
            <p:ph type="pic" sz="quarter" idx="29"/>
          </p:nvPr>
        </p:nvSpPr>
        <p:spPr>
          <a:xfrm>
            <a:off x="3282020" y="1341443"/>
            <a:ext cx="2735700" cy="24840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6" name="Picture Placeholder 6"/>
          <p:cNvSpPr>
            <a:spLocks noGrp="1"/>
          </p:cNvSpPr>
          <p:nvPr>
            <p:ph type="pic" sz="quarter" idx="30"/>
          </p:nvPr>
        </p:nvSpPr>
        <p:spPr>
          <a:xfrm>
            <a:off x="3282020" y="4002525"/>
            <a:ext cx="2735700" cy="24840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dium Image Portra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Medium Image – Portrait x1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7644039" y="1341437"/>
            <a:ext cx="4183200" cy="5145088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358775" y="1343251"/>
            <a:ext cx="2749550" cy="46622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702">
          <p15:clr>
            <a:srgbClr val="FBAE40"/>
          </p15:clr>
        </p15:guide>
        <p15:guide id="3" pos="481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dium Image Portrait 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Medium Image – Portrait x2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7635875" y="1341437"/>
            <a:ext cx="4184650" cy="5145088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Picture Placeholder 6"/>
          <p:cNvSpPr>
            <a:spLocks noGrp="1"/>
          </p:cNvSpPr>
          <p:nvPr>
            <p:ph type="pic" sz="quarter" idx="17"/>
          </p:nvPr>
        </p:nvSpPr>
        <p:spPr>
          <a:xfrm>
            <a:off x="3276732" y="1341437"/>
            <a:ext cx="4183200" cy="5145088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358775" y="1343251"/>
            <a:ext cx="2749550" cy="46622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160" userDrawn="1">
          <p15:clr>
            <a:srgbClr val="FBAE40"/>
          </p15:clr>
        </p15:guide>
        <p15:guide id="5" pos="4702" userDrawn="1">
          <p15:clr>
            <a:srgbClr val="FBAE40"/>
          </p15:clr>
        </p15:guide>
        <p15:guide id="6" pos="4810" userDrawn="1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dium Image Landsc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Medium Image – Landscape x1</a:t>
            </a:r>
          </a:p>
        </p:txBody>
      </p:sp>
      <p:sp>
        <p:nvSpPr>
          <p:cNvPr id="10" name="Picture Placeholder 6"/>
          <p:cNvSpPr>
            <a:spLocks noGrp="1"/>
          </p:cNvSpPr>
          <p:nvPr>
            <p:ph type="pic" sz="quarter" idx="22"/>
          </p:nvPr>
        </p:nvSpPr>
        <p:spPr>
          <a:xfrm>
            <a:off x="6260783" y="1341437"/>
            <a:ext cx="5569200" cy="24840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358775" y="1343251"/>
            <a:ext cx="2749550" cy="46622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dium Image Landscape 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Medium Image – Landscape x2</a:t>
            </a:r>
          </a:p>
        </p:txBody>
      </p:sp>
      <p:sp>
        <p:nvSpPr>
          <p:cNvPr id="9" name="Picture Placeholder 6"/>
          <p:cNvSpPr>
            <a:spLocks noGrp="1"/>
          </p:cNvSpPr>
          <p:nvPr>
            <p:ph type="pic" sz="quarter" idx="22"/>
          </p:nvPr>
        </p:nvSpPr>
        <p:spPr>
          <a:xfrm>
            <a:off x="6259059" y="1341437"/>
            <a:ext cx="5569200" cy="24840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Picture Placeholder 6"/>
          <p:cNvSpPr>
            <a:spLocks noGrp="1"/>
          </p:cNvSpPr>
          <p:nvPr>
            <p:ph type="pic" sz="quarter" idx="23"/>
          </p:nvPr>
        </p:nvSpPr>
        <p:spPr>
          <a:xfrm>
            <a:off x="6259059" y="4004140"/>
            <a:ext cx="5569200" cy="24840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4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358775" y="1343251"/>
            <a:ext cx="2749550" cy="46622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Image Landscape x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Small Image – Landscape x1</a:t>
            </a:r>
          </a:p>
        </p:txBody>
      </p:sp>
      <p:sp>
        <p:nvSpPr>
          <p:cNvPr id="8" name="Picture Placeholder 6"/>
          <p:cNvSpPr>
            <a:spLocks noGrp="1"/>
          </p:cNvSpPr>
          <p:nvPr>
            <p:ph type="pic" sz="quarter" idx="18"/>
          </p:nvPr>
        </p:nvSpPr>
        <p:spPr>
          <a:xfrm>
            <a:off x="7638465" y="1341437"/>
            <a:ext cx="4194000" cy="16344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21"/>
          </p:nvPr>
        </p:nvSpPr>
        <p:spPr>
          <a:xfrm>
            <a:off x="358775" y="1343251"/>
            <a:ext cx="2749550" cy="46622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Image Landscape 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Small Image – Landscape x2</a:t>
            </a:r>
          </a:p>
        </p:txBody>
      </p:sp>
      <p:sp>
        <p:nvSpPr>
          <p:cNvPr id="9" name="Picture Placeholder 6"/>
          <p:cNvSpPr>
            <a:spLocks noGrp="1"/>
          </p:cNvSpPr>
          <p:nvPr>
            <p:ph type="pic" sz="quarter" idx="18"/>
          </p:nvPr>
        </p:nvSpPr>
        <p:spPr>
          <a:xfrm>
            <a:off x="7638465" y="1341437"/>
            <a:ext cx="4194000" cy="16344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Picture Placeholder 6"/>
          <p:cNvSpPr>
            <a:spLocks noGrp="1"/>
          </p:cNvSpPr>
          <p:nvPr>
            <p:ph type="pic" sz="quarter" idx="21"/>
          </p:nvPr>
        </p:nvSpPr>
        <p:spPr>
          <a:xfrm>
            <a:off x="7638465" y="3106068"/>
            <a:ext cx="4194000" cy="16344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marR="0" indent="0" algn="ctr" defTabSz="914377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sp>
        <p:nvSpPr>
          <p:cNvPr id="15" name="Text Placeholder 8"/>
          <p:cNvSpPr>
            <a:spLocks noGrp="1"/>
          </p:cNvSpPr>
          <p:nvPr>
            <p:ph type="body" sz="quarter" idx="23"/>
          </p:nvPr>
        </p:nvSpPr>
        <p:spPr>
          <a:xfrm>
            <a:off x="358775" y="1343251"/>
            <a:ext cx="2749550" cy="46622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358775" y="6408738"/>
            <a:ext cx="5737225" cy="77787"/>
          </a:xfrm>
        </p:spPr>
        <p:txBody>
          <a:bodyPr/>
          <a:lstStyle>
            <a:lvl1pPr marL="0" indent="0">
              <a:buNone/>
              <a:defRPr sz="600"/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Source: 	&lt;sources here; divided by a semi-colon; all on one line&gt;</a:t>
            </a: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Image Landscape x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Small Image – Landscape x6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-6667500" y="32893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16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3267698" y="1341437"/>
            <a:ext cx="4194000" cy="16344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2" name="Picture Placeholder 6"/>
          <p:cNvSpPr>
            <a:spLocks noGrp="1"/>
          </p:cNvSpPr>
          <p:nvPr>
            <p:ph type="pic" sz="quarter" idx="17"/>
          </p:nvPr>
        </p:nvSpPr>
        <p:spPr>
          <a:xfrm>
            <a:off x="3267698" y="4854658"/>
            <a:ext cx="4194000" cy="16344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Picture Placeholder 6"/>
          <p:cNvSpPr>
            <a:spLocks noGrp="1"/>
          </p:cNvSpPr>
          <p:nvPr>
            <p:ph type="pic" sz="quarter" idx="18"/>
          </p:nvPr>
        </p:nvSpPr>
        <p:spPr>
          <a:xfrm>
            <a:off x="7638465" y="1341437"/>
            <a:ext cx="4194000" cy="16344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6"/>
          <p:cNvSpPr>
            <a:spLocks noGrp="1"/>
          </p:cNvSpPr>
          <p:nvPr>
            <p:ph type="pic" sz="quarter" idx="19"/>
          </p:nvPr>
        </p:nvSpPr>
        <p:spPr>
          <a:xfrm>
            <a:off x="7638465" y="4854658"/>
            <a:ext cx="4194000" cy="16344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5" name="Picture Placeholder 6"/>
          <p:cNvSpPr>
            <a:spLocks noGrp="1"/>
          </p:cNvSpPr>
          <p:nvPr>
            <p:ph type="pic" sz="quarter" idx="20"/>
          </p:nvPr>
        </p:nvSpPr>
        <p:spPr>
          <a:xfrm>
            <a:off x="3267698" y="3106068"/>
            <a:ext cx="4194000" cy="16344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Picture Placeholder 6"/>
          <p:cNvSpPr>
            <a:spLocks noGrp="1"/>
          </p:cNvSpPr>
          <p:nvPr>
            <p:ph type="pic" sz="quarter" idx="21"/>
          </p:nvPr>
        </p:nvSpPr>
        <p:spPr>
          <a:xfrm>
            <a:off x="7638465" y="3106068"/>
            <a:ext cx="4194000" cy="1634400"/>
          </a:xfrm>
          <a:solidFill>
            <a:schemeClr val="bg2">
              <a:lumMod val="20000"/>
              <a:lumOff val="80000"/>
            </a:schemeClr>
          </a:solidFill>
        </p:spPr>
        <p:txBody>
          <a:bodyPr anchor="ctr"/>
          <a:lstStyle>
            <a:lvl1pPr marL="0" marR="0" indent="0" algn="ctr" defTabSz="914377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-6667500" y="32893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358775" y="6564702"/>
            <a:ext cx="403761" cy="9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12813" eaLnBrk="0" hangingPunct="0"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2813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7545CC4-E08A-4D30-8EBF-23CC32B0291F}" type="slidenum">
              <a:rPr kumimoji="0" 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pPr marL="0" marR="0" lvl="0" indent="0" algn="l" defTabSz="912813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</a:rPr>
              <a:t> 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358775" y="1343251"/>
            <a:ext cx="2749550" cy="46622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75" y="2945032"/>
            <a:ext cx="11461750" cy="795019"/>
          </a:xfrm>
        </p:spPr>
        <p:txBody>
          <a:bodyPr anchor="t"/>
          <a:lstStyle>
            <a:lvl1pPr>
              <a:lnSpc>
                <a:spcPct val="85000"/>
              </a:lnSpc>
              <a:defRPr sz="7200"/>
            </a:lvl1pPr>
          </a:lstStyle>
          <a:p>
            <a:r>
              <a:rPr lang="en-US"/>
              <a:t>Thank you</a:t>
            </a: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Tea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358775" y="2945032"/>
            <a:ext cx="11461750" cy="795019"/>
          </a:xfrm>
        </p:spPr>
        <p:txBody>
          <a:bodyPr anchor="t"/>
          <a:lstStyle>
            <a:lvl1pPr>
              <a:lnSpc>
                <a:spcPct val="85000"/>
              </a:lnSpc>
              <a:defRPr sz="7200">
                <a:solidFill>
                  <a:schemeClr val="bg1"/>
                </a:solidFill>
              </a:defRPr>
            </a:lvl1pPr>
          </a:lstStyle>
          <a:p>
            <a:r>
              <a:rPr lang="en-US"/>
              <a:t>Thank you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7B237F-7C69-434D-BC47-F2B31E8E58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1079" y="6427572"/>
            <a:ext cx="939176" cy="184152"/>
          </a:xfrm>
          <a:prstGeom prst="rect">
            <a:avLst/>
          </a:prstGeom>
          <a:noFill/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Yellow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358775" y="2945032"/>
            <a:ext cx="11461750" cy="795019"/>
          </a:xfrm>
        </p:spPr>
        <p:txBody>
          <a:bodyPr anchor="t"/>
          <a:lstStyle>
            <a:lvl1pPr>
              <a:lnSpc>
                <a:spcPct val="85000"/>
              </a:lnSpc>
              <a:defRPr sz="7200"/>
            </a:lvl1pPr>
          </a:lstStyle>
          <a:p>
            <a:r>
              <a:rPr lang="en-US"/>
              <a:t>Thank you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4775E9-7C20-A64D-9CCA-5A0B74006C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1079" y="6427572"/>
            <a:ext cx="939176" cy="184152"/>
          </a:xfrm>
          <a:prstGeom prst="rect">
            <a:avLst/>
          </a:prstGeom>
          <a:noFill/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tus_R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846435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theme" Target="../theme/theme1.xml"/><Relationship Id="rId61" Type="http://schemas.openxmlformats.org/officeDocument/2006/relationships/image" Target="../media/image1.png"/><Relationship Id="rId62" Type="http://schemas.openxmlformats.org/officeDocument/2006/relationships/image" Target="../media/image2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theme" Target="../theme/theme2.xml"/><Relationship Id="rId3" Type="http://schemas.openxmlformats.org/officeDocument/2006/relationships/image" Target="../media/image1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403C91F7-BA01-F34E-8443-119DA22A10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237" t="44590" r="20374" b="33988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8775" y="357188"/>
            <a:ext cx="11471274" cy="69532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/>
          <a:p>
            <a:r>
              <a:rPr lang="en-US"/>
              <a:t>Optus PowerPoint </a:t>
            </a:r>
            <a:br>
              <a:rPr lang="en-US"/>
            </a:br>
            <a:r>
              <a:rPr lang="en-US"/>
              <a:t>Template Master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8775" y="1341438"/>
            <a:ext cx="11476800" cy="46640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Level two bullet point here</a:t>
            </a:r>
          </a:p>
          <a:p>
            <a:pPr lvl="2"/>
            <a:r>
              <a:rPr lang="en-US"/>
              <a:t>Level three bullet point here</a:t>
            </a:r>
          </a:p>
          <a:p>
            <a:pPr lvl="3"/>
            <a:r>
              <a:rPr lang="en-US"/>
              <a:t>Level four bullet point here</a:t>
            </a:r>
          </a:p>
          <a:p>
            <a:pPr lvl="4"/>
            <a:r>
              <a:rPr lang="en-US"/>
              <a:t>Level five bullet point here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8776" y="6245352"/>
            <a:ext cx="5737224" cy="16338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lnSpc>
                <a:spcPct val="80000"/>
              </a:lnSpc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Notes:	1. &lt;use a full stop after the numeral. Note number superscript in slide body&gt;</a:t>
            </a:r>
          </a:p>
          <a:p>
            <a:r>
              <a:rPr lang="en-US"/>
              <a:t>	2. &lt;use a full stop after the numeral. Note number superscript in slide body&gt;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B4DF6-4961-BC46-8F17-3E31686D4921}"/>
              </a:ext>
            </a:extLst>
          </p:cNvPr>
          <p:cNvPicPr>
            <a:picLocks noChangeAspect="1"/>
          </p:cNvPicPr>
          <p:nvPr userDrawn="1"/>
        </p:nvPicPr>
        <p:blipFill>
          <a:blip r:embed="rId62"/>
          <a:stretch>
            <a:fillRect/>
          </a:stretch>
        </p:blipFill>
        <p:spPr>
          <a:xfrm>
            <a:off x="10991075" y="6425620"/>
            <a:ext cx="939180" cy="184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279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835" r:id="rId2"/>
    <p:sldLayoutId id="2147483742" r:id="rId3"/>
    <p:sldLayoutId id="2147483745" r:id="rId4"/>
    <p:sldLayoutId id="2147483836" r:id="rId5"/>
    <p:sldLayoutId id="2147483746" r:id="rId6"/>
    <p:sldLayoutId id="2147483747" r:id="rId7"/>
    <p:sldLayoutId id="2147483748" r:id="rId8"/>
    <p:sldLayoutId id="2147483749" r:id="rId9"/>
    <p:sldLayoutId id="2147483750" r:id="rId10"/>
    <p:sldLayoutId id="2147483751" r:id="rId11"/>
    <p:sldLayoutId id="2147483752" r:id="rId12"/>
    <p:sldLayoutId id="2147483753" r:id="rId13"/>
    <p:sldLayoutId id="2147483754" r:id="rId14"/>
    <p:sldLayoutId id="2147483820" r:id="rId15"/>
    <p:sldLayoutId id="2147483845" r:id="rId16"/>
    <p:sldLayoutId id="2147483838" r:id="rId17"/>
    <p:sldLayoutId id="2147483839" r:id="rId18"/>
    <p:sldLayoutId id="2147483840" r:id="rId19"/>
    <p:sldLayoutId id="2147483823" r:id="rId20"/>
    <p:sldLayoutId id="2147483757" r:id="rId21"/>
    <p:sldLayoutId id="2147483758" r:id="rId22"/>
    <p:sldLayoutId id="2147483759" r:id="rId23"/>
    <p:sldLayoutId id="2147483833" r:id="rId24"/>
    <p:sldLayoutId id="2147483761" r:id="rId25"/>
    <p:sldLayoutId id="2147483834" r:id="rId26"/>
    <p:sldLayoutId id="2147483812" r:id="rId27"/>
    <p:sldLayoutId id="2147483816" r:id="rId28"/>
    <p:sldLayoutId id="2147483811" r:id="rId29"/>
    <p:sldLayoutId id="2147483813" r:id="rId30"/>
    <p:sldLayoutId id="2147483814" r:id="rId31"/>
    <p:sldLayoutId id="2147483762" r:id="rId32"/>
    <p:sldLayoutId id="2147483767" r:id="rId33"/>
    <p:sldLayoutId id="2147483768" r:id="rId34"/>
    <p:sldLayoutId id="2147483769" r:id="rId35"/>
    <p:sldLayoutId id="2147483770" r:id="rId36"/>
    <p:sldLayoutId id="2147483771" r:id="rId37"/>
    <p:sldLayoutId id="2147483772" r:id="rId38"/>
    <p:sldLayoutId id="2147483773" r:id="rId39"/>
    <p:sldLayoutId id="2147483774" r:id="rId40"/>
    <p:sldLayoutId id="2147483775" r:id="rId41"/>
    <p:sldLayoutId id="2147483776" r:id="rId42"/>
    <p:sldLayoutId id="2147483777" r:id="rId43"/>
    <p:sldLayoutId id="2147483778" r:id="rId44"/>
    <p:sldLayoutId id="2147483779" r:id="rId45"/>
    <p:sldLayoutId id="2147483780" r:id="rId46"/>
    <p:sldLayoutId id="2147483781" r:id="rId47"/>
    <p:sldLayoutId id="2147483782" r:id="rId48"/>
    <p:sldLayoutId id="2147483783" r:id="rId49"/>
    <p:sldLayoutId id="2147483784" r:id="rId50"/>
    <p:sldLayoutId id="2147483785" r:id="rId51"/>
    <p:sldLayoutId id="2147483786" r:id="rId52"/>
    <p:sldLayoutId id="2147483787" r:id="rId53"/>
    <p:sldLayoutId id="2147483788" r:id="rId54"/>
    <p:sldLayoutId id="2147483789" r:id="rId55"/>
    <p:sldLayoutId id="2147483790" r:id="rId56"/>
    <p:sldLayoutId id="2147483791" r:id="rId57"/>
    <p:sldLayoutId id="2147483792" r:id="rId58"/>
    <p:sldLayoutId id="2147483793" r:id="rId59"/>
  </p:sldLayoutIdLst>
  <p:hf hdr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accent2"/>
          </a:solidFill>
          <a:latin typeface="+mj-lt"/>
          <a:ea typeface="+mj-ea"/>
          <a:cs typeface="+mj-cs"/>
        </a:defRPr>
      </a:lvl1pPr>
    </p:titleStyle>
    <p:bodyStyle>
      <a:lvl1pPr marL="139700" indent="-139700" algn="l" defTabSz="914377" rtl="0" eaLnBrk="1" latinLnBrk="0" hangingPunct="1">
        <a:lnSpc>
          <a:spcPct val="110000"/>
        </a:lnSpc>
        <a:spcBef>
          <a:spcPts val="600"/>
        </a:spcBef>
        <a:buClr>
          <a:schemeClr val="accent2"/>
        </a:buClr>
        <a:buFont typeface="Arial" charset="0"/>
        <a:buChar char="•"/>
        <a:tabLst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323850" indent="-185738" algn="l" defTabSz="914377" rtl="0" eaLnBrk="1" latinLnBrk="0" hangingPunct="1">
        <a:lnSpc>
          <a:spcPct val="110000"/>
        </a:lnSpc>
        <a:spcBef>
          <a:spcPts val="600"/>
        </a:spcBef>
        <a:buClr>
          <a:schemeClr val="accent2"/>
        </a:buClr>
        <a:buFont typeface="AGBookRoundedPro-Regular" charset="0"/>
        <a:buChar char="−"/>
        <a:tabLst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2438" indent="-142875" algn="l" defTabSz="914377" rtl="0" eaLnBrk="1" latinLnBrk="0" hangingPunct="1">
        <a:lnSpc>
          <a:spcPct val="110000"/>
        </a:lnSpc>
        <a:spcBef>
          <a:spcPts val="600"/>
        </a:spcBef>
        <a:buClr>
          <a:schemeClr val="accent2"/>
        </a:buClr>
        <a:buFont typeface="Arial" charset="0"/>
        <a:buChar char="•"/>
        <a:tabLst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35000" indent="-169863" algn="l" defTabSz="914377" rtl="0" eaLnBrk="1" latinLnBrk="0" hangingPunct="1">
        <a:lnSpc>
          <a:spcPct val="110000"/>
        </a:lnSpc>
        <a:spcBef>
          <a:spcPts val="600"/>
        </a:spcBef>
        <a:buClr>
          <a:schemeClr val="accent2"/>
        </a:buClr>
        <a:buFont typeface="AGBookRoundedPro-Regular" charset="0"/>
        <a:buChar char="−"/>
        <a:tabLst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763588" indent="-115888" algn="l" defTabSz="914377" rtl="0" eaLnBrk="1" latinLnBrk="0" hangingPunct="1">
        <a:lnSpc>
          <a:spcPct val="110000"/>
        </a:lnSpc>
        <a:spcBef>
          <a:spcPts val="600"/>
        </a:spcBef>
        <a:buClr>
          <a:schemeClr val="accent2"/>
        </a:buClr>
        <a:buFont typeface="Arial" charset="0"/>
        <a:buChar char="•"/>
        <a:tabLst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4" descr="Background pattern&#10;&#10;Description automatically generated">
            <a:extLst>
              <a:ext uri="{FF2B5EF4-FFF2-40B4-BE49-F238E27FC236}">
                <a16:creationId xmlns:a16="http://schemas.microsoft.com/office/drawing/2014/main" id="{99DE3AE6-9FB6-75BD-48A2-B0F912015A8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9708543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521383FE-1710-8713-FE8F-05922D66C647}"/>
              </a:ext>
            </a:extLst>
          </p:cNvPr>
          <p:cNvSpPr txBox="1">
            <a:spLocks/>
          </p:cNvSpPr>
          <p:nvPr userDrawn="1"/>
        </p:nvSpPr>
        <p:spPr>
          <a:xfrm>
            <a:off x="9815222" y="365761"/>
            <a:ext cx="2270098" cy="5267446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AU" sz="1600" spc="-40">
                <a:solidFill>
                  <a:srgbClr val="006280"/>
                </a:solidFill>
                <a:latin typeface="MarkOT-Heavy" panose="020B0904020101010102" pitchFamily="34" charset="0"/>
                <a:ea typeface="+mn-ea"/>
                <a:cs typeface="+mn-cs"/>
              </a:rPr>
              <a:t>Optus acknowledges the Traditional Owners and Custodians of the lands on which we live, work and serve.</a:t>
            </a:r>
            <a:br>
              <a:rPr lang="en-AU" sz="1600" spc="-40">
                <a:solidFill>
                  <a:srgbClr val="006280"/>
                </a:solidFill>
                <a:latin typeface="MarkOT-Heavy" panose="020B0904020101010102" pitchFamily="34" charset="0"/>
                <a:ea typeface="+mn-ea"/>
                <a:cs typeface="+mn-cs"/>
              </a:rPr>
            </a:br>
            <a:br>
              <a:rPr lang="en-AU" sz="1600" spc="-40">
                <a:solidFill>
                  <a:srgbClr val="006280"/>
                </a:solidFill>
                <a:latin typeface="MarkOT-Heavy" panose="020B0904020101010102" pitchFamily="34" charset="0"/>
              </a:rPr>
            </a:br>
            <a:r>
              <a:rPr lang="en-AU" sz="1600" spc="-40">
                <a:solidFill>
                  <a:srgbClr val="006280"/>
                </a:solidFill>
                <a:latin typeface="MarkOT-Heavy" panose="020B0904020101010102" pitchFamily="34" charset="0"/>
                <a:ea typeface="+mn-ea"/>
                <a:cs typeface="+mn-cs"/>
              </a:rPr>
              <a:t>We celebrate the oldest living culture and its unbroken history of storytelling and communication. </a:t>
            </a:r>
            <a:br>
              <a:rPr lang="en-AU" sz="1600" spc="-40">
                <a:solidFill>
                  <a:srgbClr val="006280"/>
                </a:solidFill>
                <a:latin typeface="MarkOT-Heavy" panose="020B0904020101010102" pitchFamily="34" charset="0"/>
                <a:ea typeface="+mn-ea"/>
                <a:cs typeface="+mn-cs"/>
              </a:rPr>
            </a:br>
            <a:br>
              <a:rPr lang="en-AU" sz="1600" spc="-40">
                <a:solidFill>
                  <a:srgbClr val="006280"/>
                </a:solidFill>
                <a:latin typeface="MarkOT-Heavy" panose="020B0904020101010102" pitchFamily="34" charset="0"/>
              </a:rPr>
            </a:br>
            <a:r>
              <a:rPr lang="en-AU" sz="1600" spc="-40">
                <a:solidFill>
                  <a:srgbClr val="006280"/>
                </a:solidFill>
                <a:latin typeface="MarkOT-Heavy" panose="020B0904020101010102" pitchFamily="34" charset="0"/>
                <a:ea typeface="+mn-ea"/>
                <a:cs typeface="+mn-cs"/>
              </a:rPr>
              <a:t>We pay our respect to Elders – past, present and future – and we strive together to embrace an optimistic outlook for our future in harmony, across all of Australia and for all of its people.</a:t>
            </a:r>
            <a:br>
              <a:rPr lang="en-AU" sz="1600" spc="-40">
                <a:solidFill>
                  <a:srgbClr val="006280"/>
                </a:solidFill>
                <a:latin typeface="MarkOT-Heavy" panose="020B0904020101010102" pitchFamily="34" charset="0"/>
                <a:ea typeface="+mn-ea"/>
                <a:cs typeface="+mn-cs"/>
              </a:rPr>
            </a:br>
            <a:endParaRPr lang="en-AU" sz="16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7B2A36-C3CF-9B87-A859-A21007533FA3}"/>
              </a:ext>
            </a:extLst>
          </p:cNvPr>
          <p:cNvSpPr txBox="1"/>
          <p:nvPr userDrawn="1"/>
        </p:nvSpPr>
        <p:spPr>
          <a:xfrm>
            <a:off x="9708542" y="6076326"/>
            <a:ext cx="24834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800" spc="-40">
                <a:solidFill>
                  <a:srgbClr val="006280"/>
                </a:solidFill>
                <a:latin typeface="MarkOT" panose="020B0504020101010102" pitchFamily="34" charset="0"/>
              </a:rPr>
              <a:t>Artwork: “Connected Communities” by Kamilaroi artist Rhonda Sampson.</a:t>
            </a:r>
          </a:p>
        </p:txBody>
      </p:sp>
    </p:spTree>
    <p:extLst>
      <p:ext uri="{BB962C8B-B14F-4D97-AF65-F5344CB8AC3E}">
        <p14:creationId xmlns:p14="http://schemas.microsoft.com/office/powerpoint/2010/main" val="76400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ptus_16x9_Theme">
  <a:themeElements>
    <a:clrScheme name="Custom 1">
      <a:dk1>
        <a:srgbClr val="000000"/>
      </a:dk1>
      <a:lt1>
        <a:srgbClr val="FFFFFF"/>
      </a:lt1>
      <a:dk2>
        <a:srgbClr val="00323A"/>
      </a:dk2>
      <a:lt2>
        <a:srgbClr val="E7E6E6"/>
      </a:lt2>
      <a:accent1>
        <a:srgbClr val="006280"/>
      </a:accent1>
      <a:accent2>
        <a:srgbClr val="00A3AD"/>
      </a:accent2>
      <a:accent3>
        <a:srgbClr val="FFCC08"/>
      </a:accent3>
      <a:accent4>
        <a:srgbClr val="00323A"/>
      </a:accent4>
      <a:accent5>
        <a:srgbClr val="FFA100"/>
      </a:accent5>
      <a:accent6>
        <a:srgbClr val="ACAFB2"/>
      </a:accent6>
      <a:hlink>
        <a:srgbClr val="00A3AD"/>
      </a:hlink>
      <a:folHlink>
        <a:srgbClr val="006280"/>
      </a:folHlink>
    </a:clrScheme>
    <a:fontScheme name="Optus_Fonts">
      <a:majorFont>
        <a:latin typeface="MarkOT-Heavy"/>
        <a:ea typeface=""/>
        <a:cs typeface=""/>
      </a:majorFont>
      <a:minorFont>
        <a:latin typeface="MarkO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ptus_MasterTemplate_16x9_v9.pptx" id="{936A4993-240A-431C-BC3C-0D6E11CF5884}" vid="{1AB415FE-4760-42E5-B9A8-1FFA14646782}"/>
    </a:ext>
  </a:extLst>
</a:theme>
</file>

<file path=ppt/theme/theme2.xml><?xml version="1.0" encoding="utf-8"?>
<a:theme xmlns:a="http://schemas.openxmlformats.org/drawingml/2006/main" name="Optus_RAP_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ptus_MasterTemplate_16x9_v9.pptx" id="{936A4993-240A-431C-BC3C-0D6E11CF5884}" vid="{3E0671B4-5387-4770-8534-ED6785A0AB41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BFDE7DAB746354FAEB97CC29909686F" ma:contentTypeVersion="13" ma:contentTypeDescription="Create a new document." ma:contentTypeScope="" ma:versionID="af9ea7f3781febeaed85379abc5c253f">
  <xsd:schema xmlns:xsd="http://www.w3.org/2001/XMLSchema" xmlns:xs="http://www.w3.org/2001/XMLSchema" xmlns:p="http://schemas.microsoft.com/office/2006/metadata/properties" xmlns:ns2="12be0070-3f58-4b53-8b89-36634414086f" xmlns:ns3="f9d3ad9d-1514-4916-81a6-b4ad184a530b" targetNamespace="http://schemas.microsoft.com/office/2006/metadata/properties" ma:root="true" ma:fieldsID="bc512d24d3c88d474b7fb4216723edbf" ns2:_="" ns3:_="">
    <xsd:import namespace="12be0070-3f58-4b53-8b89-36634414086f"/>
    <xsd:import namespace="f9d3ad9d-1514-4916-81a6-b4ad184a530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be0070-3f58-4b53-8b89-36634414086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8e6bd6e5-838d-470b-bead-c38364228bd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d3ad9d-1514-4916-81a6-b4ad184a530b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9185bbe1-d1ce-480d-b513-6f211972f205}" ma:internalName="TaxCatchAll" ma:showField="CatchAllData" ma:web="f9d3ad9d-1514-4916-81a6-b4ad184a530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2be0070-3f58-4b53-8b89-36634414086f">
      <Terms xmlns="http://schemas.microsoft.com/office/infopath/2007/PartnerControls"/>
    </lcf76f155ced4ddcb4097134ff3c332f>
    <TaxCatchAll xmlns="f9d3ad9d-1514-4916-81a6-b4ad184a530b" xsi:nil="true"/>
  </documentManagement>
</p:properties>
</file>

<file path=customXml/itemProps1.xml><?xml version="1.0" encoding="utf-8"?>
<ds:datastoreItem xmlns:ds="http://schemas.openxmlformats.org/officeDocument/2006/customXml" ds:itemID="{BE079CB8-BEFB-4498-ADD2-89FFD1EA7B5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3C3F309-BB55-4967-A35B-E9A388C852C7}">
  <ds:schemaRefs>
    <ds:schemaRef ds:uri="12be0070-3f58-4b53-8b89-36634414086f"/>
    <ds:schemaRef ds:uri="f9d3ad9d-1514-4916-81a6-b4ad184a530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E06BF3A-832B-43A8-9DA4-3C473101D18E}">
  <ds:schemaRefs>
    <ds:schemaRef ds:uri="12be0070-3f58-4b53-8b89-36634414086f"/>
    <ds:schemaRef ds:uri="f9d3ad9d-1514-4916-81a6-b4ad184a530b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Application>Microsoft Office PowerPoint</Application>
  <PresentationFormat>Widescreen</PresentationFormat>
  <Slides>0</Slides>
  <Notes>0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0</vt:i4>
      </vt:variant>
    </vt:vector>
  </HeadingPairs>
  <TitlesOfParts>
    <vt:vector size="2" baseType="lpstr">
      <vt:lpstr>Optus_16x9_Theme</vt:lpstr>
      <vt:lpstr>Optus_RAP_Theme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/>
  <cp:keywords/>
  <dc:description/>
  <cp:revision>1</cp:revision>
  <cp:lastPrinted>2020-04-29T02:21:47Z</cp:lastPrinted>
  <dcterms:created xsi:type="dcterms:W3CDTF">2026-08-05T00:38:13Z</dcterms:created>
  <dcterms:modified xsi:type="dcterms:W3CDTF">2026-08-11T03:11:22Z</dcterms:modified>
  <cp:category>Presentation Template Design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0x0101001BFDE7DAB746354FAEB97CC29909686F</vt:lpwstr>
  </property>
  <property fmtid="{D5CDD505-2E9C-101B-9397-08002B2CF9AE}" pid="3" name="TaxKeyword">
    <vt:lpwstr/>
  </property>
  <property fmtid="{D5CDD505-2E9C-101B-9397-08002B2CF9AE}" pid="4" name="GuidesandResourcesAudience">
    <vt:lpwstr/>
  </property>
  <property fmtid="{D5CDD505-2E9C-101B-9397-08002B2CF9AE}" pid="5" name="GuidesandResourcesDocumentType">
    <vt:lpwstr/>
  </property>
  <property fmtid="{D5CDD505-2E9C-101B-9397-08002B2CF9AE}" pid="6" name="GuidesandResourcesTopic">
    <vt:lpwstr/>
  </property>
  <property fmtid="{D5CDD505-2E9C-101B-9397-08002B2CF9AE}" pid="7" name="TaxKeywordTaxHTField">
    <vt:lpwstr/>
  </property>
  <property fmtid="{D5CDD505-2E9C-101B-9397-08002B2CF9AE}" pid="8" name="k3323a3b9322433088a1aed2e1ef00f5">
    <vt:lpwstr/>
  </property>
  <property fmtid="{D5CDD505-2E9C-101B-9397-08002B2CF9AE}" pid="9" name="oe1a6b9e7373478c906a0f36c55ba94f">
    <vt:lpwstr/>
  </property>
  <property fmtid="{D5CDD505-2E9C-101B-9397-08002B2CF9AE}" pid="10" name="ncada5cc6e124528ad027476c2f41995">
    <vt:lpwstr/>
  </property>
  <property fmtid="{D5CDD505-2E9C-101B-9397-08002B2CF9AE}" pid="11" name="GuidesandResourcesDescription">
    <vt:lpwstr/>
  </property>
  <property fmtid="{D5CDD505-2E9C-101B-9397-08002B2CF9AE}" pid="12" name="MediaServiceImageTags">
    <vt:lpwstr/>
  </property>
</Properties>
</file>