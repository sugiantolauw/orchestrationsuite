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0" r:id="rId4"/>
    <p:sldMasterId id="2147483848" r:id="rId5"/>
  </p:sldMasterIdLst>
  <p:notesMasterIdLst>
    <p:notesMasterId r:id="rId18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224" userDrawn="1">
          <p15:clr>
            <a:srgbClr val="A4A3A4"/>
          </p15:clr>
        </p15:guide>
        <p15:guide id="5" pos="7454" userDrawn="1">
          <p15:clr>
            <a:srgbClr val="A4A3A4"/>
          </p15:clr>
        </p15:guide>
        <p15:guide id="6" orient="horz" pos="662" userDrawn="1">
          <p15:clr>
            <a:srgbClr val="A4A3A4"/>
          </p15:clr>
        </p15:guide>
        <p15:guide id="7" orient="horz" pos="224" userDrawn="1">
          <p15:clr>
            <a:srgbClr val="A4A3A4"/>
          </p15:clr>
        </p15:guide>
        <p15:guide id="8" orient="horz" pos="1221" userDrawn="1">
          <p15:clr>
            <a:srgbClr val="A4A3A4"/>
          </p15:clr>
        </p15:guide>
        <p15:guide id="9" orient="horz" pos="1100" userDrawn="1">
          <p15:clr>
            <a:srgbClr val="A4A3A4"/>
          </p15:clr>
        </p15:guide>
        <p15:guide id="10" orient="horz" pos="843" userDrawn="1">
          <p15:clr>
            <a:srgbClr val="A4A3A4"/>
          </p15:clr>
        </p15:guide>
        <p15:guide id="11" orient="horz" pos="3783" userDrawn="1">
          <p15:clr>
            <a:srgbClr val="A4A3A4"/>
          </p15:clr>
        </p15:guide>
        <p15:guide id="12" orient="horz" pos="3929" userDrawn="1">
          <p15:clr>
            <a:srgbClr val="A4A3A4"/>
          </p15:clr>
        </p15:guide>
        <p15:guide id="13" orient="horz" pos="42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941BC3-4B94-1D55-3569-5CA98D78CCD1}" v="81" dt="2026-08-11T00:00:12.331"/>
    <p1510:client id="{50EFDD7E-FC5B-4585-AEB3-0B496EAE4B5D}" v="142" dt="2026-08-11T00:02:56.973"/>
    <p1510:client id="{9C64CFFA-07A5-ECA0-D2DE-2C27C0DDB804}" v="31" dt="2026-08-10T01:38:26.941"/>
    <p1510:client id="{C6400DB1-BE11-E3D1-24CE-82A0F4562A49}" v="111" dt="2026-08-11T03:10:02.746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7"/>
        <p:guide pos="3840"/>
        <p:guide pos="224"/>
        <p:guide pos="7454"/>
        <p:guide orient="horz" pos="662"/>
        <p:guide orient="horz" pos="224"/>
        <p:guide orient="horz" pos="1221"/>
        <p:guide orient="horz" pos="1100"/>
        <p:guide orient="horz" pos="843"/>
        <p:guide orient="horz" pos="3783"/>
        <p:guide orient="horz" pos="3929"/>
        <p:guide orient="horz" pos="4204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gianto Lauw (Optus)" userId="S::sugianto.lauw@optus.com.au::ccee5eeb-6a19-42ba-97b8-8db0f3f83dcd" providerId="AD" clId="Web-{C6400DB1-BE11-E3D1-24CE-82A0F4562A49}"/>
    <pc:docChg chg="modSld">
      <pc:chgData name="Sugianto Lauw (Optus)" userId="S::sugianto.lauw@optus.com.au::ccee5eeb-6a19-42ba-97b8-8db0f3f83dcd" providerId="AD" clId="Web-{C6400DB1-BE11-E3D1-24CE-82A0F4562A49}" dt="2026-08-11T03:10:02.746" v="110" actId="20577"/>
      <pc:docMkLst>
        <pc:docMk/>
      </pc:docMkLst>
      <pc:sldChg chg="modSp">
        <pc:chgData name="Sugianto Lauw (Optus)" userId="S::sugianto.lauw@optus.com.au::ccee5eeb-6a19-42ba-97b8-8db0f3f83dcd" providerId="AD" clId="Web-{C6400DB1-BE11-E3D1-24CE-82A0F4562A49}" dt="2026-08-11T03:10:02.746" v="110" actId="20577"/>
        <pc:sldMkLst>
          <pc:docMk/>
          <pc:sldMk cId="0" sldId="262"/>
        </pc:sldMkLst>
        <pc:spChg chg="mod">
          <ac:chgData name="Sugianto Lauw (Optus)" userId="S::sugianto.lauw@optus.com.au::ccee5eeb-6a19-42ba-97b8-8db0f3f83dcd" providerId="AD" clId="Web-{C6400DB1-BE11-E3D1-24CE-82A0F4562A49}" dt="2026-08-11T00:08:40.758" v="63" actId="20577"/>
          <ac:spMkLst>
            <pc:docMk/>
            <pc:sldMk cId="0" sldId="262"/>
            <ac:spMk id="2033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C6400DB1-BE11-E3D1-24CE-82A0F4562A49}" dt="2026-08-11T00:11:19.762" v="76" actId="20577"/>
          <ac:spMkLst>
            <pc:docMk/>
            <pc:sldMk cId="0" sldId="262"/>
            <ac:spMk id="2039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C6400DB1-BE11-E3D1-24CE-82A0F4562A49}" dt="2026-08-11T00:19:46.847" v="109" actId="20577"/>
          <ac:spMkLst>
            <pc:docMk/>
            <pc:sldMk cId="0" sldId="262"/>
            <ac:spMk id="2045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C6400DB1-BE11-E3D1-24CE-82A0F4562A49}" dt="2026-08-11T03:10:02.746" v="110" actId="20577"/>
          <ac:spMkLst>
            <pc:docMk/>
            <pc:sldMk cId="0" sldId="262"/>
            <ac:spMk id="2051" creationId="{00000000-0000-0000-0000-000000000000}"/>
          </ac:spMkLst>
        </pc:spChg>
      </pc:sldChg>
    </pc:docChg>
  </pc:docChgLst>
  <pc:docChgLst>
    <pc:chgData name="Sugianto Lauw (Optus)" userId="S::sugianto.lauw@optus.com.au::ccee5eeb-6a19-42ba-97b8-8db0f3f83dcd" providerId="AD" clId="Web-{9C64CFFA-07A5-ECA0-D2DE-2C27C0DDB804}"/>
    <pc:docChg chg="modSld">
      <pc:chgData name="Sugianto Lauw (Optus)" userId="S::sugianto.lauw@optus.com.au::ccee5eeb-6a19-42ba-97b8-8db0f3f83dcd" providerId="AD" clId="Web-{9C64CFFA-07A5-ECA0-D2DE-2C27C0DDB804}" dt="2026-08-10T01:38:26.941" v="30" actId="20577"/>
      <pc:docMkLst>
        <pc:docMk/>
      </pc:docMkLst>
      <pc:sldChg chg="modSp">
        <pc:chgData name="Sugianto Lauw (Optus)" userId="S::sugianto.lauw@optus.com.au::ccee5eeb-6a19-42ba-97b8-8db0f3f83dcd" providerId="AD" clId="Web-{9C64CFFA-07A5-ECA0-D2DE-2C27C0DDB804}" dt="2026-08-10T00:31:57.351" v="10" actId="20577"/>
        <pc:sldMkLst>
          <pc:docMk/>
          <pc:sldMk cId="0" sldId="262"/>
        </pc:sldMkLst>
        <pc:spChg chg="mod">
          <ac:chgData name="Sugianto Lauw (Optus)" userId="S::sugianto.lauw@optus.com.au::ccee5eeb-6a19-42ba-97b8-8db0f3f83dcd" providerId="AD" clId="Web-{9C64CFFA-07A5-ECA0-D2DE-2C27C0DDB804}" dt="2026-08-10T00:31:57.351" v="10" actId="20577"/>
          <ac:spMkLst>
            <pc:docMk/>
            <pc:sldMk cId="0" sldId="262"/>
            <ac:spMk id="2038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9C64CFFA-07A5-ECA0-D2DE-2C27C0DDB804}" dt="2026-08-10T00:00:01.790" v="4" actId="20577"/>
        <pc:sldMkLst>
          <pc:docMk/>
          <pc:sldMk cId="0" sldId="263"/>
        </pc:sldMkLst>
        <pc:spChg chg="mod">
          <ac:chgData name="Sugianto Lauw (Optus)" userId="S::sugianto.lauw@optus.com.au::ccee5eeb-6a19-42ba-97b8-8db0f3f83dcd" providerId="AD" clId="Web-{9C64CFFA-07A5-ECA0-D2DE-2C27C0DDB804}" dt="2026-08-10T00:00:01.790" v="4" actId="20577"/>
          <ac:spMkLst>
            <pc:docMk/>
            <pc:sldMk cId="0" sldId="263"/>
            <ac:spMk id="2018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9C64CFFA-07A5-ECA0-D2DE-2C27C0DDB804}" dt="2026-08-10T01:38:26.941" v="30" actId="20577"/>
        <pc:sldMkLst>
          <pc:docMk/>
          <pc:sldMk cId="0" sldId="267"/>
        </pc:sldMkLst>
        <pc:spChg chg="mod">
          <ac:chgData name="Sugianto Lauw (Optus)" userId="S::sugianto.lauw@optus.com.au::ccee5eeb-6a19-42ba-97b8-8db0f3f83dcd" providerId="AD" clId="Web-{9C64CFFA-07A5-ECA0-D2DE-2C27C0DDB804}" dt="2026-08-10T01:38:26.941" v="30" actId="20577"/>
          <ac:spMkLst>
            <pc:docMk/>
            <pc:sldMk cId="0" sldId="267"/>
            <ac:spMk id="2070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9C64CFFA-07A5-ECA0-D2DE-2C27C0DDB804}" dt="2026-08-10T01:37:48.659" v="27" actId="20577"/>
          <ac:spMkLst>
            <pc:docMk/>
            <pc:sldMk cId="0" sldId="267"/>
            <ac:spMk id="2073" creationId="{00000000-0000-0000-0000-000000000000}"/>
          </ac:spMkLst>
        </pc:spChg>
      </pc:sldChg>
    </pc:docChg>
  </pc:docChgLst>
  <pc:docChgLst>
    <pc:chgData name="Tara Tekieh" userId="39120ac8-21ed-4467-9034-2f5239109ccf" providerId="ADAL" clId="{AEFC9BA8-6972-40A7-9B70-2BBE1A8E25F8}"/>
    <pc:docChg chg="custSel modSld">
      <pc:chgData name="Tara Tekieh" userId="39120ac8-21ed-4467-9034-2f5239109ccf" providerId="ADAL" clId="{AEFC9BA8-6972-40A7-9B70-2BBE1A8E25F8}" dt="2026-08-11T00:02:56.973" v="922" actId="20577"/>
      <pc:docMkLst>
        <pc:docMk/>
      </pc:docMkLst>
      <pc:sldChg chg="modSp mod">
        <pc:chgData name="Tara Tekieh" userId="39120ac8-21ed-4467-9034-2f5239109ccf" providerId="ADAL" clId="{AEFC9BA8-6972-40A7-9B70-2BBE1A8E25F8}" dt="2026-08-10T01:56:50.204" v="782" actId="20577"/>
        <pc:sldMkLst>
          <pc:docMk/>
          <pc:sldMk cId="0" sldId="258"/>
        </pc:sldMkLst>
        <pc:spChg chg="mod">
          <ac:chgData name="Tara Tekieh" userId="39120ac8-21ed-4467-9034-2f5239109ccf" providerId="ADAL" clId="{AEFC9BA8-6972-40A7-9B70-2BBE1A8E25F8}" dt="2026-08-10T01:56:50.204" v="782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1:57:12.546" v="788" actId="20577"/>
        <pc:sldMkLst>
          <pc:docMk/>
          <pc:sldMk cId="0" sldId="259"/>
        </pc:sldMkLst>
        <pc:spChg chg="mod">
          <ac:chgData name="Tara Tekieh" userId="39120ac8-21ed-4467-9034-2f5239109ccf" providerId="ADAL" clId="{AEFC9BA8-6972-40A7-9B70-2BBE1A8E25F8}" dt="2026-08-10T01:57:12.546" v="788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1:57:34.227" v="791" actId="20577"/>
        <pc:sldMkLst>
          <pc:docMk/>
          <pc:sldMk cId="0" sldId="260"/>
        </pc:sldMkLst>
        <pc:spChg chg="mod">
          <ac:chgData name="Tara Tekieh" userId="39120ac8-21ed-4467-9034-2f5239109ccf" providerId="ADAL" clId="{AEFC9BA8-6972-40A7-9B70-2BBE1A8E25F8}" dt="2026-08-10T01:57:34.227" v="791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1:58:28.990" v="792" actId="20577"/>
        <pc:sldMkLst>
          <pc:docMk/>
          <pc:sldMk cId="0" sldId="261"/>
        </pc:sldMkLst>
        <pc:spChg chg="mod">
          <ac:chgData name="Tara Tekieh" userId="39120ac8-21ed-4467-9034-2f5239109ccf" providerId="ADAL" clId="{AEFC9BA8-6972-40A7-9B70-2BBE1A8E25F8}" dt="2026-08-10T01:58:28.990" v="792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1T00:02:56.973" v="922" actId="20577"/>
        <pc:sldMkLst>
          <pc:docMk/>
          <pc:sldMk cId="0" sldId="262"/>
        </pc:sldMkLst>
        <pc:spChg chg="mod">
          <ac:chgData name="Tara Tekieh" userId="39120ac8-21ed-4467-9034-2f5239109ccf" providerId="ADAL" clId="{AEFC9BA8-6972-40A7-9B70-2BBE1A8E25F8}" dt="2026-08-10T01:59:47.314" v="793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Tara Tekieh" userId="39120ac8-21ed-4467-9034-2f5239109ccf" providerId="ADAL" clId="{AEFC9BA8-6972-40A7-9B70-2BBE1A8E25F8}" dt="2026-08-10T02:02:56.131" v="847" actId="20577"/>
          <ac:spMkLst>
            <pc:docMk/>
            <pc:sldMk cId="0" sldId="262"/>
            <ac:spMk id="2050" creationId="{00000000-0000-0000-0000-000000000000}"/>
          </ac:spMkLst>
        </pc:spChg>
        <pc:spChg chg="mod">
          <ac:chgData name="Tara Tekieh" userId="39120ac8-21ed-4467-9034-2f5239109ccf" providerId="ADAL" clId="{AEFC9BA8-6972-40A7-9B70-2BBE1A8E25F8}" dt="2026-08-11T00:02:56.973" v="922" actId="20577"/>
          <ac:spMkLst>
            <pc:docMk/>
            <pc:sldMk cId="0" sldId="262"/>
            <ac:spMk id="2051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2:03:14.989" v="851" actId="20577"/>
        <pc:sldMkLst>
          <pc:docMk/>
          <pc:sldMk cId="0" sldId="263"/>
        </pc:sldMkLst>
        <pc:spChg chg="mod">
          <ac:chgData name="Tara Tekieh" userId="39120ac8-21ed-4467-9034-2f5239109ccf" providerId="ADAL" clId="{AEFC9BA8-6972-40A7-9B70-2BBE1A8E25F8}" dt="2026-08-10T02:03:14.989" v="851" actId="20577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2:03:34.114" v="853" actId="20577"/>
        <pc:sldMkLst>
          <pc:docMk/>
          <pc:sldMk cId="0" sldId="264"/>
        </pc:sldMkLst>
        <pc:spChg chg="mod">
          <ac:chgData name="Tara Tekieh" userId="39120ac8-21ed-4467-9034-2f5239109ccf" providerId="ADAL" clId="{AEFC9BA8-6972-40A7-9B70-2BBE1A8E25F8}" dt="2026-08-10T02:03:34.114" v="853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2:04:19.613" v="859" actId="20577"/>
        <pc:sldMkLst>
          <pc:docMk/>
          <pc:sldMk cId="0" sldId="265"/>
        </pc:sldMkLst>
        <pc:spChg chg="mod">
          <ac:chgData name="Tara Tekieh" userId="39120ac8-21ed-4467-9034-2f5239109ccf" providerId="ADAL" clId="{AEFC9BA8-6972-40A7-9B70-2BBE1A8E25F8}" dt="2026-08-10T02:04:19.613" v="859" actId="20577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Tara Tekieh" userId="39120ac8-21ed-4467-9034-2f5239109ccf" providerId="ADAL" clId="{AEFC9BA8-6972-40A7-9B70-2BBE1A8E25F8}" dt="2026-08-10T01:56:01.730" v="780" actId="20577"/>
        <pc:sldMkLst>
          <pc:docMk/>
          <pc:sldMk cId="0" sldId="267"/>
        </pc:sldMkLst>
        <pc:spChg chg="mod">
          <ac:chgData name="Tara Tekieh" userId="39120ac8-21ed-4467-9034-2f5239109ccf" providerId="ADAL" clId="{AEFC9BA8-6972-40A7-9B70-2BBE1A8E25F8}" dt="2026-08-10T01:16:49.936" v="772" actId="1076"/>
          <ac:spMkLst>
            <pc:docMk/>
            <pc:sldMk cId="0" sldId="267"/>
            <ac:spMk id="2074" creationId="{00000000-0000-0000-0000-000000000000}"/>
          </ac:spMkLst>
        </pc:spChg>
        <pc:spChg chg="mod">
          <ac:chgData name="Tara Tekieh" userId="39120ac8-21ed-4467-9034-2f5239109ccf" providerId="ADAL" clId="{AEFC9BA8-6972-40A7-9B70-2BBE1A8E25F8}" dt="2026-08-10T01:56:01.730" v="780" actId="20577"/>
          <ac:spMkLst>
            <pc:docMk/>
            <pc:sldMk cId="0" sldId="267"/>
            <ac:spMk id="2079" creationId="{00000000-0000-0000-0000-000000000000}"/>
          </ac:spMkLst>
        </pc:spChg>
      </pc:sldChg>
    </pc:docChg>
  </pc:docChgLst>
  <pc:docChgLst>
    <pc:chgData name="Sugianto Lauw (Optus)" userId="S::sugianto.lauw@optus.com.au::ccee5eeb-6a19-42ba-97b8-8db0f3f83dcd" providerId="AD" clId="Web-{47941BC3-4B94-1D55-3569-5CA98D78CCD1}"/>
    <pc:docChg chg="modSld">
      <pc:chgData name="Sugianto Lauw (Optus)" userId="S::sugianto.lauw@optus.com.au::ccee5eeb-6a19-42ba-97b8-8db0f3f83dcd" providerId="AD" clId="Web-{47941BC3-4B94-1D55-3569-5CA98D78CCD1}" dt="2026-08-11T00:00:12.315" v="80" actId="20577"/>
      <pc:docMkLst>
        <pc:docMk/>
      </pc:docMkLst>
      <pc:sldChg chg="modSp">
        <pc:chgData name="Sugianto Lauw (Optus)" userId="S::sugianto.lauw@optus.com.au::ccee5eeb-6a19-42ba-97b8-8db0f3f83dcd" providerId="AD" clId="Web-{47941BC3-4B94-1D55-3569-5CA98D78CCD1}" dt="2026-08-11T00:00:12.315" v="80" actId="20577"/>
        <pc:sldMkLst>
          <pc:docMk/>
          <pc:sldMk cId="0" sldId="262"/>
        </pc:sldMkLst>
        <pc:spChg chg="mod">
          <ac:chgData name="Sugianto Lauw (Optus)" userId="S::sugianto.lauw@optus.com.au::ccee5eeb-6a19-42ba-97b8-8db0f3f83dcd" providerId="AD" clId="Web-{47941BC3-4B94-1D55-3569-5CA98D78CCD1}" dt="2026-08-10T23:32:55.857" v="36" actId="20577"/>
          <ac:spMkLst>
            <pc:docMk/>
            <pc:sldMk cId="0" sldId="262"/>
            <ac:spMk id="2033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47941BC3-4B94-1D55-3569-5CA98D78CCD1}" dt="2026-08-11T00:00:12.315" v="80" actId="20577"/>
          <ac:spMkLst>
            <pc:docMk/>
            <pc:sldMk cId="0" sldId="262"/>
            <ac:spMk id="2039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47941BC3-4B94-1D55-3569-5CA98D78CCD1}" dt="2026-08-10T23:57:47.501" v="79" actId="20577"/>
          <ac:spMkLst>
            <pc:docMk/>
            <pc:sldMk cId="0" sldId="262"/>
            <ac:spMk id="2045" creationId="{00000000-0000-0000-0000-000000000000}"/>
          </ac:spMkLst>
        </pc:spChg>
      </pc:sldChg>
    </pc:docChg>
  </pc:docChgLst>
  <pc:docChgLst>
    <pc:chgData name="Sugianto Lauw (Optus)" userId="S::sugianto.lauw@optus.com.au::ccee5eeb-6a19-42ba-97b8-8db0f3f83dcd" providerId="AD" clId="Web-{C4A75DFB-D7A3-6D49-9DA1-DD8B2AD9E6EB}"/>
    <pc:docChg chg="modSld">
      <pc:chgData name="Sugianto Lauw (Optus)" userId="S::sugianto.lauw@optus.com.au::ccee5eeb-6a19-42ba-97b8-8db0f3f83dcd" providerId="AD" clId="Web-{C4A75DFB-D7A3-6D49-9DA1-DD8B2AD9E6EB}" dt="2026-08-05T23:11:34.507" v="47" actId="20577"/>
      <pc:docMkLst>
        <pc:docMk/>
      </pc:docMkLst>
      <pc:sldChg chg="modSp">
        <pc:chgData name="Sugianto Lauw (Optus)" userId="S::sugianto.lauw@optus.com.au::ccee5eeb-6a19-42ba-97b8-8db0f3f83dcd" providerId="AD" clId="Web-{C4A75DFB-D7A3-6D49-9DA1-DD8B2AD9E6EB}" dt="2026-08-05T23:11:34.507" v="47" actId="20577"/>
        <pc:sldMkLst>
          <pc:docMk/>
          <pc:sldMk cId="0" sldId="267"/>
        </pc:sldMkLst>
        <pc:spChg chg="mod">
          <ac:chgData name="Sugianto Lauw (Optus)" userId="S::sugianto.lauw@optus.com.au::ccee5eeb-6a19-42ba-97b8-8db0f3f83dcd" providerId="AD" clId="Web-{C4A75DFB-D7A3-6D49-9DA1-DD8B2AD9E6EB}" dt="2026-08-05T23:11:15.663" v="46" actId="20577"/>
          <ac:spMkLst>
            <pc:docMk/>
            <pc:sldMk cId="0" sldId="267"/>
            <ac:spMk id="2070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C4A75DFB-D7A3-6D49-9DA1-DD8B2AD9E6EB}" dt="2026-08-05T23:11:34.507" v="47" actId="20577"/>
          <ac:spMkLst>
            <pc:docMk/>
            <pc:sldMk cId="0" sldId="267"/>
            <ac:spMk id="2072" creationId="{00000000-0000-0000-0000-000000000000}"/>
          </ac:spMkLst>
        </pc:spChg>
      </pc:sldChg>
    </pc:docChg>
  </pc:docChgLst>
  <pc:docChgLst>
    <pc:chgData name="Sugianto Lauw (Optus)" userId="S::sugianto.lauw@optus.com.au::ccee5eeb-6a19-42ba-97b8-8db0f3f83dcd" providerId="AD" clId="Web-{6D6CFA03-0020-FE96-53B9-77330E10B0D9}"/>
    <pc:docChg chg="modSld">
      <pc:chgData name="Sugianto Lauw (Optus)" userId="S::sugianto.lauw@optus.com.au::ccee5eeb-6a19-42ba-97b8-8db0f3f83dcd" providerId="AD" clId="Web-{6D6CFA03-0020-FE96-53B9-77330E10B0D9}" dt="2026-08-07T00:20:19.195" v="48" actId="20577"/>
      <pc:docMkLst>
        <pc:docMk/>
      </pc:docMkLst>
      <pc:sldChg chg="modSp">
        <pc:chgData name="Sugianto Lauw (Optus)" userId="S::sugianto.lauw@optus.com.au::ccee5eeb-6a19-42ba-97b8-8db0f3f83dcd" providerId="AD" clId="Web-{6D6CFA03-0020-FE96-53B9-77330E10B0D9}" dt="2026-08-07T00:20:19.195" v="48" actId="20577"/>
        <pc:sldMkLst>
          <pc:docMk/>
          <pc:sldMk cId="0" sldId="256"/>
        </pc:sldMkLst>
        <pc:spChg chg="mod">
          <ac:chgData name="Sugianto Lauw (Optus)" userId="S::sugianto.lauw@optus.com.au::ccee5eeb-6a19-42ba-97b8-8db0f3f83dcd" providerId="AD" clId="Web-{6D6CFA03-0020-FE96-53B9-77330E10B0D9}" dt="2026-08-07T00:20:19.195" v="48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6D6CFA03-0020-FE96-53B9-77330E10B0D9}" dt="2026-08-06T06:11:04.540" v="43" actId="20577"/>
        <pc:sldMkLst>
          <pc:docMk/>
          <pc:sldMk cId="0" sldId="258"/>
        </pc:sldMkLst>
        <pc:spChg chg="mod">
          <ac:chgData name="Sugianto Lauw (Optus)" userId="S::sugianto.lauw@optus.com.au::ccee5eeb-6a19-42ba-97b8-8db0f3f83dcd" providerId="AD" clId="Web-{6D6CFA03-0020-FE96-53B9-77330E10B0D9}" dt="2026-08-06T06:11:04.540" v="43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6D6CFA03-0020-FE96-53B9-77330E10B0D9}" dt="2026-08-06T06:10:51.619" v="39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6D6CFA03-0020-FE96-53B9-77330E10B0D9}" dt="2026-08-06T06:11:48.275" v="46" actId="20577"/>
        <pc:sldMkLst>
          <pc:docMk/>
          <pc:sldMk cId="0" sldId="260"/>
        </pc:sldMkLst>
        <pc:spChg chg="mod">
          <ac:chgData name="Sugianto Lauw (Optus)" userId="S::sugianto.lauw@optus.com.au::ccee5eeb-6a19-42ba-97b8-8db0f3f83dcd" providerId="AD" clId="Web-{6D6CFA03-0020-FE96-53B9-77330E10B0D9}" dt="2026-08-06T06:11:48.275" v="46" actId="20577"/>
          <ac:spMkLst>
            <pc:docMk/>
            <pc:sldMk cId="0" sldId="260"/>
            <ac:spMk id="2013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6D6CFA03-0020-FE96-53B9-77330E10B0D9}" dt="2026-08-06T01:03:20.811" v="35" actId="20577"/>
        <pc:sldMkLst>
          <pc:docMk/>
          <pc:sldMk cId="0" sldId="265"/>
        </pc:sldMkLst>
        <pc:spChg chg="mod">
          <ac:chgData name="Sugianto Lauw (Optus)" userId="S::sugianto.lauw@optus.com.au::ccee5eeb-6a19-42ba-97b8-8db0f3f83dcd" providerId="AD" clId="Web-{6D6CFA03-0020-FE96-53B9-77330E10B0D9}" dt="2026-08-06T01:03:20.811" v="35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6D6CFA03-0020-FE96-53B9-77330E10B0D9}" dt="2026-08-06T01:03:07.607" v="29" actId="20577"/>
          <ac:spMkLst>
            <pc:docMk/>
            <pc:sldMk cId="0" sldId="265"/>
            <ac:spMk id="15" creationId="{00000000-0000-0000-0000-000000000000}"/>
          </ac:spMkLst>
        </pc:spChg>
      </pc:sldChg>
      <pc:sldChg chg="modSp">
        <pc:chgData name="Sugianto Lauw (Optus)" userId="S::sugianto.lauw@optus.com.au::ccee5eeb-6a19-42ba-97b8-8db0f3f83dcd" providerId="AD" clId="Web-{6D6CFA03-0020-FE96-53B9-77330E10B0D9}" dt="2026-08-06T00:54:10.816" v="26" actId="20577"/>
        <pc:sldMkLst>
          <pc:docMk/>
          <pc:sldMk cId="0" sldId="267"/>
        </pc:sldMkLst>
        <pc:spChg chg="mod">
          <ac:chgData name="Sugianto Lauw (Optus)" userId="S::sugianto.lauw@optus.com.au::ccee5eeb-6a19-42ba-97b8-8db0f3f83dcd" providerId="AD" clId="Web-{6D6CFA03-0020-FE96-53B9-77330E10B0D9}" dt="2026-08-06T00:54:10.816" v="26" actId="20577"/>
          <ac:spMkLst>
            <pc:docMk/>
            <pc:sldMk cId="0" sldId="267"/>
            <ac:spMk id="2070" creationId="{00000000-0000-0000-0000-000000000000}"/>
          </ac:spMkLst>
        </pc:spChg>
        <pc:spChg chg="mod">
          <ac:chgData name="Sugianto Lauw (Optus)" userId="S::sugianto.lauw@optus.com.au::ccee5eeb-6a19-42ba-97b8-8db0f3f83dcd" providerId="AD" clId="Web-{6D6CFA03-0020-FE96-53B9-77330E10B0D9}" dt="2026-08-06T00:52:06.830" v="24" actId="20577"/>
          <ac:spMkLst>
            <pc:docMk/>
            <pc:sldMk cId="0" sldId="267"/>
            <ac:spMk id="207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9C7C-7A40-824D-BBE7-9C4E3A34CAB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06944-25E6-D048-8E0D-A65778ACD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ingteloptus.sharepoint.com/sites/dept_brand/Pages/Templates.aspx" TargetMode="Externa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Teal No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49AF26F-3B56-414F-8735-6B89D0B4C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6459" y="-4201884"/>
            <a:ext cx="17868225" cy="1425825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44CBD7B-6924-8441-A258-6DD16FD94D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Jade No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124FC3-3E22-D74B-8FD6-C8D589A97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6459" y="-4201884"/>
            <a:ext cx="17868225" cy="142582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613C7E-7C81-6F4F-8709-C25F238856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8913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Yellow No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8C6732F-593D-A649-87C6-2A59C29EB9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6459" y="-4201884"/>
            <a:ext cx="17868225" cy="142582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95867C-EA32-684C-86D4-B8D3583C03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1B56034-B5D1-F049-8B37-CCAAE2F79C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37" t="44590" r="20373" b="33988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8774" y="2276922"/>
            <a:ext cx="7108825" cy="994517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8775" y="3313343"/>
            <a:ext cx="6026400" cy="51570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Subheading Goes Here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8775" y="3813049"/>
            <a:ext cx="6026400" cy="282701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Month Year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32D9D0-1762-1A42-89C4-D672F1DE22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1" y="6029700"/>
            <a:ext cx="2279647" cy="8886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Slide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F990EE-441C-9E4F-8FCB-F329816610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37" t="44590" r="20374" b="33988"/>
          <a:stretch/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8774" y="2276922"/>
            <a:ext cx="7108825" cy="994517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8775" y="3313343"/>
            <a:ext cx="6026400" cy="51570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Subheading Goes Here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8775" y="3813049"/>
            <a:ext cx="6026400" cy="282701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Month Year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D76042-1C8D-224B-BEF3-4303110817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1" y="6029700"/>
            <a:ext cx="2279647" cy="88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8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Yello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C97CA81-284C-4D4F-A3ED-A401CA285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36" t="44590" r="20374" b="33988"/>
          <a:stretch/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79BFFB85-F22B-DE42-9634-8A412B16E5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2276922"/>
            <a:ext cx="7108825" cy="994517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7E2F9751-9F7B-F544-A99F-1DC33F3A54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8775" y="3313343"/>
            <a:ext cx="6026400" cy="51570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Subheading Goes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A988B06A-93EA-994C-9710-18EDC70C11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775" y="3813049"/>
            <a:ext cx="6026400" cy="282701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Month Year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AF0398-C791-F441-B586-40B9B73FAE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0" y="6029700"/>
            <a:ext cx="2279650" cy="8886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 - Large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A7404E-7900-C445-A741-B0377E592B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2282442"/>
            <a:ext cx="11461750" cy="2293116"/>
          </a:xfrm>
        </p:spPr>
        <p:txBody>
          <a:bodyPr anchor="t"/>
          <a:lstStyle>
            <a:lvl1pPr>
              <a:lnSpc>
                <a:spcPct val="85000"/>
              </a:lnSpc>
              <a:defRPr sz="9500">
                <a:solidFill>
                  <a:schemeClr val="accent2"/>
                </a:solidFill>
              </a:defRPr>
            </a:lvl1pPr>
          </a:lstStyle>
          <a:p>
            <a:r>
              <a:rPr lang="en-US"/>
              <a:t>Second line</a:t>
            </a:r>
            <a:br>
              <a:rPr lang="en-US"/>
            </a:br>
            <a:r>
              <a:rPr lang="en-US"/>
              <a:t>can be yellow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Teal - Large Fo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CD06D4-F814-184B-887A-F158EBEFD8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94A1EDC-B058-E642-B9D6-68CF10768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2282442"/>
            <a:ext cx="11461750" cy="2293116"/>
          </a:xfrm>
        </p:spPr>
        <p:txBody>
          <a:bodyPr anchor="t"/>
          <a:lstStyle>
            <a:lvl1pPr>
              <a:lnSpc>
                <a:spcPct val="85000"/>
              </a:lnSpc>
              <a:defRPr sz="9500">
                <a:solidFill>
                  <a:schemeClr val="bg1"/>
                </a:solidFill>
              </a:defRPr>
            </a:lvl1pPr>
          </a:lstStyle>
          <a:p>
            <a:r>
              <a:rPr lang="en-US"/>
              <a:t>Second line</a:t>
            </a:r>
            <a:br>
              <a:rPr lang="en-US"/>
            </a:br>
            <a:r>
              <a:rPr lang="en-US"/>
              <a:t>can be yellow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Yellow - Large Fo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64970E-5D0C-EE4F-9CD6-96A57F6B81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87A4351-BFB2-B248-91EF-4F692386D9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2282442"/>
            <a:ext cx="11461750" cy="2293116"/>
          </a:xfrm>
        </p:spPr>
        <p:txBody>
          <a:bodyPr anchor="t"/>
          <a:lstStyle>
            <a:lvl1pPr>
              <a:lnSpc>
                <a:spcPct val="85000"/>
              </a:lnSpc>
              <a:defRPr sz="9500">
                <a:solidFill>
                  <a:schemeClr val="accent2"/>
                </a:solidFill>
              </a:defRPr>
            </a:lvl1pPr>
          </a:lstStyle>
          <a:p>
            <a:r>
              <a:rPr lang="en-US"/>
              <a:t>Second line</a:t>
            </a:r>
            <a:br>
              <a:rPr lang="en-US"/>
            </a:br>
            <a:r>
              <a:rPr lang="en-US"/>
              <a:t>can be white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Berry - Large Fo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F4618B-952F-8F41-89AF-EACB0E16A7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4214C45-997F-DF49-8142-F03652F30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2282442"/>
            <a:ext cx="11461750" cy="2293116"/>
          </a:xfrm>
        </p:spPr>
        <p:txBody>
          <a:bodyPr anchor="t"/>
          <a:lstStyle>
            <a:lvl1pPr>
              <a:lnSpc>
                <a:spcPct val="85000"/>
              </a:lnSpc>
              <a:defRPr sz="9500">
                <a:solidFill>
                  <a:schemeClr val="bg1"/>
                </a:solidFill>
              </a:defRPr>
            </a:lvl1pPr>
          </a:lstStyle>
          <a:p>
            <a:r>
              <a:rPr lang="en-US"/>
              <a:t>Second line</a:t>
            </a:r>
            <a:br>
              <a:rPr lang="en-US"/>
            </a:br>
            <a:r>
              <a:rPr lang="en-US"/>
              <a:t>can be teal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 - Small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125" y="2780708"/>
            <a:ext cx="11461750" cy="1296583"/>
          </a:xfrm>
        </p:spPr>
        <p:txBody>
          <a:bodyPr anchor="t"/>
          <a:lstStyle>
            <a:lvl1pPr>
              <a:lnSpc>
                <a:spcPct val="85000"/>
              </a:lnSpc>
              <a:defRPr sz="5500"/>
            </a:lvl1pPr>
          </a:lstStyle>
          <a:p>
            <a:r>
              <a:rPr lang="en-US"/>
              <a:t>Divider for a </a:t>
            </a:r>
            <a:br>
              <a:rPr lang="en-US"/>
            </a:br>
            <a:r>
              <a:rPr lang="en-US"/>
              <a:t>longer bold heading</a:t>
            </a:r>
          </a:p>
        </p:txBody>
      </p:sp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Teal - Small Fo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053ED-540E-3B4C-9203-963F26D9FE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45073F2-37AC-E948-9A96-EDAFF6B341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2780708"/>
            <a:ext cx="11461750" cy="1296583"/>
          </a:xfrm>
        </p:spPr>
        <p:txBody>
          <a:bodyPr anchor="t"/>
          <a:lstStyle>
            <a:lvl1pPr>
              <a:lnSpc>
                <a:spcPct val="85000"/>
              </a:lnSpc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for a </a:t>
            </a:r>
            <a:br>
              <a:rPr lang="en-US"/>
            </a:br>
            <a:r>
              <a:rPr lang="en-US"/>
              <a:t>longer bold heading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Yellow - Small Fo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FFB4D-8ECC-4648-A43B-A1193FD6F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703B3A-2389-EA4C-9CE3-2BDE8C506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2780708"/>
            <a:ext cx="11461750" cy="1296583"/>
          </a:xfrm>
        </p:spPr>
        <p:txBody>
          <a:bodyPr anchor="t"/>
          <a:lstStyle>
            <a:lvl1pPr>
              <a:lnSpc>
                <a:spcPct val="85000"/>
              </a:lnSpc>
              <a:defRPr sz="5500"/>
            </a:lvl1pPr>
          </a:lstStyle>
          <a:p>
            <a:r>
              <a:rPr lang="en-US"/>
              <a:t>Divider for a </a:t>
            </a:r>
            <a:br>
              <a:rPr lang="en-US"/>
            </a:br>
            <a:r>
              <a:rPr lang="en-US"/>
              <a:t>longer bold heading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Berry - Small Fo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D4298-DF9F-684A-B0DF-3FB2C94E92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CDCD4FC-3C10-C843-8BBC-29F3841D5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2780708"/>
            <a:ext cx="11461750" cy="1296583"/>
          </a:xfrm>
        </p:spPr>
        <p:txBody>
          <a:bodyPr anchor="t"/>
          <a:lstStyle>
            <a:lvl1pPr>
              <a:lnSpc>
                <a:spcPct val="85000"/>
              </a:lnSpc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for a </a:t>
            </a:r>
            <a:br>
              <a:rPr lang="en-US"/>
            </a:br>
            <a:r>
              <a:rPr lang="en-US"/>
              <a:t>longer bold heading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775" y="2984252"/>
            <a:ext cx="3540125" cy="695325"/>
          </a:xfrm>
        </p:spPr>
        <p:txBody>
          <a:bodyPr/>
          <a:lstStyle>
            <a:lvl1pPr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263811" y="695581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3905230" y="470603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5263811" y="1861242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905230" y="1630114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5263811" y="3026903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905230" y="2789625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5263811" y="4192564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3905230" y="3949136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5263811" y="5358226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3905230" y="5108648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9336360" y="695581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7977779" y="470603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31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9336360" y="1861242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7977779" y="1630114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9336360" y="3026903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7977779" y="2789625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8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31" hasCustomPrompt="1"/>
          </p:nvPr>
        </p:nvSpPr>
        <p:spPr>
          <a:xfrm>
            <a:off x="9336360" y="4192564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32" hasCustomPrompt="1"/>
          </p:nvPr>
        </p:nvSpPr>
        <p:spPr>
          <a:xfrm>
            <a:off x="7977779" y="3949136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9</a:t>
            </a:r>
          </a:p>
        </p:txBody>
      </p:sp>
      <p:sp>
        <p:nvSpPr>
          <p:cNvPr id="37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9336360" y="5358226"/>
            <a:ext cx="2659062" cy="44687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Agenda item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7977779" y="5108648"/>
            <a:ext cx="936150" cy="751819"/>
          </a:xfrm>
        </p:spPr>
        <p:txBody>
          <a:bodyPr/>
          <a:lstStyle>
            <a:lvl1pPr marL="0" indent="0" algn="r">
              <a:buFontTx/>
              <a:buNone/>
              <a:defRPr sz="6000">
                <a:solidFill>
                  <a:schemeClr val="accent3"/>
                </a:solidFill>
                <a:latin typeface="+mj-lt"/>
              </a:defRPr>
            </a:lvl1pPr>
            <a:lvl2pPr>
              <a:defRPr sz="5400">
                <a:solidFill>
                  <a:schemeClr val="accent3"/>
                </a:solidFill>
                <a:latin typeface="+mj-lt"/>
              </a:defRPr>
            </a:lvl2pPr>
            <a:lvl3pPr>
              <a:defRPr sz="4400">
                <a:solidFill>
                  <a:schemeClr val="accent3"/>
                </a:solidFill>
                <a:latin typeface="+mj-lt"/>
              </a:defRPr>
            </a:lvl3pPr>
            <a:lvl4pPr>
              <a:defRPr sz="4400">
                <a:solidFill>
                  <a:schemeClr val="accent3"/>
                </a:solidFill>
                <a:latin typeface="+mj-lt"/>
              </a:defRPr>
            </a:lvl4pPr>
            <a:lvl5pPr>
              <a:defRPr sz="4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10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F714E82-4AE2-8C48-865B-13D165E7C8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0067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ailable imagery for presenta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Available imagery for presentations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164" name="Text Placeholder 2">
            <a:extLst>
              <a:ext uri="{FF2B5EF4-FFF2-40B4-BE49-F238E27FC236}">
                <a16:creationId xmlns:a16="http://schemas.microsoft.com/office/drawing/2014/main" id="{A663D3E5-AC0E-E04B-A578-217E9A347359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367200" y="1342800"/>
            <a:ext cx="5569200" cy="288037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Imagery for presentations can be found at the following address: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C6AAF-4B27-754D-A3EC-B206C3883E88}"/>
              </a:ext>
            </a:extLst>
          </p:cNvPr>
          <p:cNvSpPr txBox="1"/>
          <p:nvPr userDrawn="1"/>
        </p:nvSpPr>
        <p:spPr>
          <a:xfrm>
            <a:off x="367200" y="1753386"/>
            <a:ext cx="554340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>
                <a:hlinkClick r:id="rId2"/>
              </a:rPr>
              <a:t>https://singteloptus.sharepoint.com/sites/dept_brand/Pages/Templates.aspx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703958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us Logos and Icons –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Optus Logos and Icons – 1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graphicFrame>
        <p:nvGraphicFramePr>
          <p:cNvPr id="131" name="Table 862">
            <a:extLst>
              <a:ext uri="{FF2B5EF4-FFF2-40B4-BE49-F238E27FC236}">
                <a16:creationId xmlns:a16="http://schemas.microsoft.com/office/drawing/2014/main" id="{FB09B2DD-16D9-B64E-933C-F9CE70BCBF9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686601917"/>
              </p:ext>
            </p:extLst>
          </p:nvPr>
        </p:nvGraphicFramePr>
        <p:xfrm>
          <a:off x="358775" y="1933303"/>
          <a:ext cx="11461734" cy="4163442"/>
        </p:xfrm>
        <a:graphic>
          <a:graphicData uri="http://schemas.openxmlformats.org/drawingml/2006/table">
            <a:tbl>
              <a:tblPr/>
              <a:tblGrid>
                <a:gridCol w="63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23892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Social Media</a:t>
                      </a: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 </a:t>
                      </a: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Android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Apple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Facebook_1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Facebook_2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Gaming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Google+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Instagram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LinkedIn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Pinterest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Twitter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YouTube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955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Navigation</a:t>
                      </a: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Back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Cross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Dropdown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Equals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Forward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Greater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Than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Info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Less Than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Menu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Next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Previous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Pause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Play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Plus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Power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On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Profile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Quick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Forward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Refresh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Search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Tick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Up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View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3955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Time</a:t>
                      </a: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Clock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Calendar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24-7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Infinity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150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us Logos and Icons –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Optus Logos and Icons – 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graphicFrame>
        <p:nvGraphicFramePr>
          <p:cNvPr id="11" name="Table 862">
            <a:extLst>
              <a:ext uri="{FF2B5EF4-FFF2-40B4-BE49-F238E27FC236}">
                <a16:creationId xmlns:a16="http://schemas.microsoft.com/office/drawing/2014/main" id="{7D9F581C-9628-E94C-80B1-188A7084C32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43113076"/>
              </p:ext>
            </p:extLst>
          </p:nvPr>
        </p:nvGraphicFramePr>
        <p:xfrm>
          <a:off x="358775" y="1341438"/>
          <a:ext cx="11461734" cy="4861415"/>
        </p:xfrm>
        <a:graphic>
          <a:graphicData uri="http://schemas.openxmlformats.org/drawingml/2006/table">
            <a:tbl>
              <a:tblPr/>
              <a:tblGrid>
                <a:gridCol w="63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3676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3955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Technology</a:t>
                      </a: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 </a:t>
                      </a: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4G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Battery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Battery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mpty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Cables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Camera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Clever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Plans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Cloud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Cloud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ownload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Cloud 
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torage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Cloud </a:t>
                      </a:r>
                      <a:endParaRPr lang="en-AU" sz="600"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Upload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Dashboard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Desktop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omputer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International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Laptop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Latest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Tech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Loading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Broadband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Tablet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Modem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Mouse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Music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Network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Notifications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Notification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Overseas Roaming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Phone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Plug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Network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RSS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Satellite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Settings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Shield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Sim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Sound_1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Sound_2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Sound_3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Sound_</a:t>
                      </a:r>
                      <a:b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Mute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Tablet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Tools 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USB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Usb_2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Wi-Fi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955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b="1"/>
                        <a:t>People</a:t>
                      </a:r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Active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Service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Dialogue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Expert Advice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Headphones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Home 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Inter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net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Live chat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Member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ervices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My Optus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ommunity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_1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My Optus Community_2</a:t>
                      </a: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Safe 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Secure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Smile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Support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Unlock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955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Money</a:t>
                      </a: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3955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Billpay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Bill settings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Credit Card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Credit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ransfer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Deal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Online Payment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Plans </a:t>
                      </a: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ricing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Recharge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Rollover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View my bill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73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us Logos and Icons –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Optus Logos and Icons –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graphicFrame>
        <p:nvGraphicFramePr>
          <p:cNvPr id="13" name="Table 934">
            <a:extLst>
              <a:ext uri="{FF2B5EF4-FFF2-40B4-BE49-F238E27FC236}">
                <a16:creationId xmlns:a16="http://schemas.microsoft.com/office/drawing/2014/main" id="{292B743C-DC97-C74A-97C5-252FF6272AA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26122661"/>
              </p:ext>
            </p:extLst>
          </p:nvPr>
        </p:nvGraphicFramePr>
        <p:xfrm>
          <a:off x="346274" y="1341438"/>
          <a:ext cx="11474244" cy="4438212"/>
        </p:xfrm>
        <a:graphic>
          <a:graphicData uri="http://schemas.openxmlformats.org/drawingml/2006/table">
            <a:tbl>
              <a:tblPr/>
              <a:tblGrid>
                <a:gridCol w="637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374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9851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Objects</a:t>
                      </a: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Add to cart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Australia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US" sz="600">
                          <a:latin typeface="+mn-lt"/>
                          <a:ea typeface="+mn-ea"/>
                          <a:cs typeface="+mn-cs"/>
                        </a:rPr>
                        <a:t>Cart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Concierge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Deliver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FAQ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Gift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Rewards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Flower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Industry Insights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Solutions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Star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Tailor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>
                          <a:latin typeface="+mn-lt"/>
                          <a:ea typeface="+mn-ea"/>
                          <a:cs typeface="+mn-cs"/>
                        </a:rPr>
                        <a:t>Timer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Truck</a:t>
                      </a: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Wish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List</a:t>
                      </a: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851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Reports</a:t>
                      </a:r>
                      <a:endParaRPr b="1"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noFill/>
                      <a:miter lim="400000"/>
                    </a:lnL>
                    <a:lnR w="0">
                      <a:noFill/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Book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Case</a:t>
                      </a:r>
                    </a:p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Studies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Download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Download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PDF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Future Bus Reports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Location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News Weather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Paperless</a:t>
                      </a:r>
                      <a:r>
                        <a:rPr lang="en-AU" sz="600" baseline="0">
                          <a:latin typeface="+mn-lt"/>
                          <a:ea typeface="+mn-ea"/>
                          <a:cs typeface="+mn-cs"/>
                        </a:rPr>
                        <a:t> Bills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Pencil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Subscribe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Summary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Track Order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Upload</a:t>
                      </a: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Usage</a:t>
                      </a: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 rtl="0" eaLnBrk="1" latinLnBrk="0" hangingPunct="1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851">
                <a:tc gridSpan="13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Optus Tiering</a:t>
                      </a: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defRPr sz="9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Enterprise </a:t>
                      </a:r>
                      <a:r>
                        <a:rPr lang="en-AU" sz="600" err="1">
                          <a:latin typeface="+mn-lt"/>
                          <a:ea typeface="+mn-ea"/>
                          <a:cs typeface="+mn-cs"/>
                        </a:rPr>
                        <a:t>Govt</a:t>
                      </a:r>
                      <a:endParaRPr lang="en-AU"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SMB</a:t>
                      </a: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/>
                        <a:t>Wholesale</a:t>
                      </a: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9851">
                <a:tc gridSpan="14"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AU" b="1"/>
                        <a:t>Awards</a:t>
                      </a: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>
                        <a:spcBef>
                          <a:spcPts val="400"/>
                        </a:spcBef>
                        <a:defRPr sz="1100">
                          <a:latin typeface="+mn-lt"/>
                          <a:ea typeface="+mn-ea"/>
                          <a:cs typeface="+mn-cs"/>
                        </a:defRPr>
                      </a:pPr>
                      <a:endParaRPr b="1"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600">
                          <a:latin typeface="+mn-lt"/>
                          <a:ea typeface="+mn-ea"/>
                          <a:cs typeface="+mn-cs"/>
                        </a:defRPr>
                      </a:pPr>
                      <a:endParaRPr/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9851"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r>
                        <a:rPr lang="en-AU" sz="600">
                          <a:latin typeface="+mn-lt"/>
                          <a:ea typeface="+mn-ea"/>
                          <a:cs typeface="+mn-cs"/>
                        </a:rPr>
                        <a:t>Optus Rewards</a:t>
                      </a: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lang="en-US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algn="ctr" defTabSz="914400">
                        <a:lnSpc>
                          <a:spcPct val="80000"/>
                        </a:lnSpc>
                        <a:tabLst>
                          <a:tab pos="381000" algn="l"/>
                          <a:tab pos="508000" algn="l"/>
                        </a:tabLst>
                        <a:defRPr sz="1800"/>
                      </a:pPr>
                      <a:endParaRPr sz="60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5080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933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Full Width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8775" y="1342800"/>
            <a:ext cx="11476800" cy="4664075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15296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Full Width - Subheading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Single Column – w Subheading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8775" y="1747824"/>
            <a:ext cx="11476800" cy="4257689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58772" y="1341460"/>
            <a:ext cx="11461988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100"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Column - Subheading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Triple Column – w Subheading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8775" y="1747824"/>
            <a:ext cx="11453550" cy="4257689"/>
          </a:xfrm>
        </p:spPr>
        <p:txBody>
          <a:bodyPr numCol="3" spcCol="360000"/>
          <a:lstStyle>
            <a:lvl1pPr>
              <a:defRPr baseline="0"/>
            </a:lvl1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  <a:br>
              <a:rPr lang="en-US"/>
            </a:b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58087" y="1341460"/>
            <a:ext cx="11454238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Subheading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Comparison – w Subheading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65974" y="1341460"/>
            <a:ext cx="5569200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261825" y="1341460"/>
            <a:ext cx="5569200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365975" y="1746255"/>
            <a:ext cx="5569200" cy="4259258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61825" y="1746255"/>
            <a:ext cx="5569200" cy="4259258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Subheading w Line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Comparison – w Subheading with Line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65974" y="1341460"/>
            <a:ext cx="5569200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261825" y="1341460"/>
            <a:ext cx="5569200" cy="40479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baseline="0">
                <a:latin typeface="+mj-lt"/>
              </a:defRPr>
            </a:lvl1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365975" y="1938337"/>
            <a:ext cx="5569200" cy="4067176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61825" y="1938337"/>
            <a:ext cx="5569200" cy="4067176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  <p:extLst>
      <p:ext uri="{BB962C8B-B14F-4D97-AF65-F5344CB8AC3E}">
        <p14:creationId xmlns:p14="http://schemas.microsoft.com/office/powerpoint/2010/main" val="12544377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Teal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Comparison – Teal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67017" y="1938337"/>
            <a:ext cx="5569200" cy="4067175"/>
          </a:xfrm>
        </p:spPr>
        <p:txBody>
          <a:bodyPr/>
          <a:lstStyle>
            <a:lvl1pPr marL="134938" indent="-134938">
              <a:buFont typeface="Arial" charset="0"/>
              <a:buChar char="•"/>
              <a:tabLst/>
              <a:defRPr sz="1100"/>
            </a:lvl1pPr>
            <a:lvl2pPr marL="317500" indent="-182563">
              <a:buFont typeface="LucidaGrande" charset="0"/>
              <a:buChar char="-"/>
              <a:tabLst/>
              <a:defRPr sz="1100"/>
            </a:lvl2pPr>
            <a:lvl3pPr marL="488950" indent="-127000">
              <a:buFont typeface="Arial" charset="0"/>
              <a:buChar char="•"/>
              <a:tabLst/>
              <a:defRPr sz="1000"/>
            </a:lvl3pPr>
            <a:lvl4pPr marL="717550" indent="-228600">
              <a:buFont typeface="LucidaGrande" charset="0"/>
              <a:buChar char="-"/>
              <a:tabLst/>
              <a:defRPr sz="1000"/>
            </a:lvl4pPr>
            <a:lvl5pPr marL="852488" indent="-136525">
              <a:buFont typeface="Arial" charset="0"/>
              <a:buChar char="•"/>
              <a:tabLst/>
              <a:defRPr sz="1000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7017" y="1340240"/>
            <a:ext cx="5569200" cy="530474"/>
          </a:xfrm>
          <a:solidFill>
            <a:schemeClr val="accent2"/>
          </a:solidFill>
          <a:ln>
            <a:noFill/>
          </a:ln>
        </p:spPr>
        <p:txBody>
          <a:bodyPr lIns="144000" rIns="144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8" hasCustomPrompt="1"/>
          </p:nvPr>
        </p:nvSpPr>
        <p:spPr>
          <a:xfrm>
            <a:off x="6263073" y="1938337"/>
            <a:ext cx="5569200" cy="4067175"/>
          </a:xfrm>
        </p:spPr>
        <p:txBody>
          <a:bodyPr/>
          <a:lstStyle>
            <a:lvl1pPr marL="134938" indent="-134938">
              <a:buFont typeface="Arial" charset="0"/>
              <a:buChar char="•"/>
              <a:tabLst/>
              <a:defRPr sz="1100"/>
            </a:lvl1pPr>
            <a:lvl2pPr marL="317500" indent="-182563">
              <a:buFont typeface="LucidaGrande" charset="0"/>
              <a:buChar char="-"/>
              <a:tabLst/>
              <a:defRPr sz="1100"/>
            </a:lvl2pPr>
            <a:lvl3pPr marL="488950" indent="-127000">
              <a:buFont typeface="Arial" charset="0"/>
              <a:buChar char="•"/>
              <a:tabLst/>
              <a:defRPr sz="1000"/>
            </a:lvl3pPr>
            <a:lvl4pPr marL="717550" indent="-228600">
              <a:buFont typeface="LucidaGrande" charset="0"/>
              <a:buChar char="-"/>
              <a:tabLst/>
              <a:defRPr sz="1000"/>
            </a:lvl4pPr>
            <a:lvl5pPr marL="852488" indent="-136525">
              <a:buFont typeface="Arial" charset="0"/>
              <a:buChar char="•"/>
              <a:tabLst/>
              <a:defRPr sz="1000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263073" y="1340240"/>
            <a:ext cx="5569200" cy="530474"/>
          </a:xfrm>
          <a:solidFill>
            <a:schemeClr val="accent2"/>
          </a:solidFill>
          <a:ln>
            <a:noFill/>
          </a:ln>
        </p:spPr>
        <p:txBody>
          <a:bodyPr lIns="144000" rIns="144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Charts x 2 - Teal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Comparison Charts x 2 – Teal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7017" y="1340240"/>
            <a:ext cx="5569200" cy="530474"/>
          </a:xfrm>
          <a:solidFill>
            <a:schemeClr val="accent2"/>
          </a:solidFill>
          <a:ln>
            <a:noFill/>
          </a:ln>
        </p:spPr>
        <p:txBody>
          <a:bodyPr lIns="144000" rIns="144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260850" y="1340240"/>
            <a:ext cx="5569200" cy="530474"/>
          </a:xfrm>
          <a:solidFill>
            <a:schemeClr val="accent2"/>
          </a:solidFill>
          <a:ln>
            <a:noFill/>
          </a:ln>
        </p:spPr>
        <p:txBody>
          <a:bodyPr lIns="144000" rIns="144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67017" y="1940576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67017" y="2144387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38" hasCustomPrompt="1"/>
          </p:nvPr>
        </p:nvSpPr>
        <p:spPr>
          <a:xfrm>
            <a:off x="6260850" y="1940576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39" hasCustomPrompt="1"/>
          </p:nvPr>
        </p:nvSpPr>
        <p:spPr>
          <a:xfrm>
            <a:off x="6260850" y="2144387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40"/>
          </p:nvPr>
        </p:nvSpPr>
        <p:spPr>
          <a:xfrm>
            <a:off x="358775" y="2438400"/>
            <a:ext cx="5578475" cy="356711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1" name="Chart Placeholder 3"/>
          <p:cNvSpPr>
            <a:spLocks noGrp="1"/>
          </p:cNvSpPr>
          <p:nvPr>
            <p:ph type="chart" sz="quarter" idx="41"/>
          </p:nvPr>
        </p:nvSpPr>
        <p:spPr>
          <a:xfrm>
            <a:off x="6260850" y="2438400"/>
            <a:ext cx="5578475" cy="356711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  <p:extLst>
      <p:ext uri="{BB962C8B-B14F-4D97-AF65-F5344CB8AC3E}">
        <p14:creationId xmlns:p14="http://schemas.microsoft.com/office/powerpoint/2010/main" val="20907676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 Slide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Single Chart Slide – w Line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4"/>
          </p:nvPr>
        </p:nvSpPr>
        <p:spPr>
          <a:xfrm>
            <a:off x="358774" y="1944822"/>
            <a:ext cx="11476800" cy="4067175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58774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58774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x 2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58774" y="1938339"/>
            <a:ext cx="5569200" cy="4067174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3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59298" y="1938337"/>
            <a:ext cx="5569200" cy="4067175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58774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58774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41" hasCustomPrompt="1"/>
          </p:nvPr>
        </p:nvSpPr>
        <p:spPr>
          <a:xfrm>
            <a:off x="6259298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42" hasCustomPrompt="1"/>
          </p:nvPr>
        </p:nvSpPr>
        <p:spPr>
          <a:xfrm>
            <a:off x="6259298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Charts x 2 – with Subheading &amp; Text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Charts x 4 - Quadrant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Small Charts x 4 – Quadrant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65011" y="1769395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60035" y="1769393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52" name="Content Placeholder 3"/>
          <p:cNvSpPr>
            <a:spLocks noGrp="1"/>
          </p:cNvSpPr>
          <p:nvPr>
            <p:ph sz="half" idx="40" hasCustomPrompt="1"/>
          </p:nvPr>
        </p:nvSpPr>
        <p:spPr>
          <a:xfrm>
            <a:off x="365011" y="4151513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64" name="Content Placeholder 5"/>
          <p:cNvSpPr>
            <a:spLocks noGrp="1"/>
          </p:cNvSpPr>
          <p:nvPr>
            <p:ph sz="quarter" idx="43" hasCustomPrompt="1"/>
          </p:nvPr>
        </p:nvSpPr>
        <p:spPr>
          <a:xfrm>
            <a:off x="6260035" y="4151512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3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65011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65011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47" hasCustomPrompt="1"/>
          </p:nvPr>
        </p:nvSpPr>
        <p:spPr>
          <a:xfrm>
            <a:off x="6260035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48" hasCustomPrompt="1"/>
          </p:nvPr>
        </p:nvSpPr>
        <p:spPr>
          <a:xfrm>
            <a:off x="6260035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49" hasCustomPrompt="1"/>
          </p:nvPr>
        </p:nvSpPr>
        <p:spPr>
          <a:xfrm>
            <a:off x="365011" y="3731998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50" hasCustomPrompt="1"/>
          </p:nvPr>
        </p:nvSpPr>
        <p:spPr>
          <a:xfrm>
            <a:off x="365011" y="3935809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51" hasCustomPrompt="1"/>
          </p:nvPr>
        </p:nvSpPr>
        <p:spPr>
          <a:xfrm>
            <a:off x="6260035" y="3731998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52" hasCustomPrompt="1"/>
          </p:nvPr>
        </p:nvSpPr>
        <p:spPr>
          <a:xfrm>
            <a:off x="6260035" y="3935809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Charts x 2 - Subhead+Text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Small Charts x 2 – with Subheading &amp; Text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58611" y="1744663"/>
            <a:ext cx="5569200" cy="426085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6258611" y="1344438"/>
            <a:ext cx="5569200" cy="400223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7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65011" y="1769395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40" hasCustomPrompt="1"/>
          </p:nvPr>
        </p:nvSpPr>
        <p:spPr>
          <a:xfrm>
            <a:off x="365011" y="4151513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65011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65011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49" hasCustomPrompt="1"/>
          </p:nvPr>
        </p:nvSpPr>
        <p:spPr>
          <a:xfrm>
            <a:off x="365011" y="3731998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idx="50" hasCustomPrompt="1"/>
          </p:nvPr>
        </p:nvSpPr>
        <p:spPr>
          <a:xfrm>
            <a:off x="365011" y="3935809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Small Charts x 2 - Subhead+Text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Alternate Small Charts x 2 – with Subheading &amp; Text</a:t>
            </a:r>
          </a:p>
        </p:txBody>
      </p:sp>
      <p:sp>
        <p:nvSpPr>
          <p:cNvPr id="40" name="Content Placeholder 5"/>
          <p:cNvSpPr>
            <a:spLocks noGrp="1"/>
          </p:cNvSpPr>
          <p:nvPr>
            <p:ph sz="quarter" idx="40" hasCustomPrompt="1"/>
          </p:nvPr>
        </p:nvSpPr>
        <p:spPr>
          <a:xfrm>
            <a:off x="365011" y="4092091"/>
            <a:ext cx="11445874" cy="1913422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58775" y="3736931"/>
            <a:ext cx="11445874" cy="349423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65011" y="1769395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0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60035" y="1769393"/>
            <a:ext cx="5569200" cy="1854000"/>
          </a:xfrm>
        </p:spPr>
        <p:txBody>
          <a:bodyPr/>
          <a:lstStyle/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365011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37" hasCustomPrompt="1"/>
          </p:nvPr>
        </p:nvSpPr>
        <p:spPr>
          <a:xfrm>
            <a:off x="365011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47" hasCustomPrompt="1"/>
          </p:nvPr>
        </p:nvSpPr>
        <p:spPr>
          <a:xfrm>
            <a:off x="6260035" y="1349861"/>
            <a:ext cx="5569200" cy="20693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Chart Title Here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idx="48" hasCustomPrompt="1"/>
          </p:nvPr>
        </p:nvSpPr>
        <p:spPr>
          <a:xfrm>
            <a:off x="6260035" y="1553672"/>
            <a:ext cx="5569200" cy="190992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r>
              <a:rPr lang="en-US"/>
              <a:t>Time Period, Units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able Slide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Single Table Slide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5"/>
          </p:nvPr>
        </p:nvSpPr>
        <p:spPr>
          <a:xfrm>
            <a:off x="358775" y="1341437"/>
            <a:ext cx="11461750" cy="4664075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is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err="1"/>
              <a:t>Itemised</a:t>
            </a:r>
            <a:r>
              <a:rPr lang="en-US"/>
              <a:t> List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1938338"/>
            <a:ext cx="2749550" cy="90000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58775" y="4928390"/>
            <a:ext cx="2749550" cy="90000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58775" y="2935022"/>
            <a:ext cx="2749550" cy="90000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58775" y="3931706"/>
            <a:ext cx="2749550" cy="90000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</a:t>
            </a:r>
          </a:p>
        </p:txBody>
      </p:sp>
      <p:sp>
        <p:nvSpPr>
          <p:cNvPr id="14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3263899" y="1938338"/>
            <a:ext cx="8566149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7" hasCustomPrompt="1"/>
          </p:nvPr>
        </p:nvSpPr>
        <p:spPr>
          <a:xfrm>
            <a:off x="3263899" y="2935022"/>
            <a:ext cx="8566149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3263899" y="3931706"/>
            <a:ext cx="8566149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9" hasCustomPrompt="1"/>
          </p:nvPr>
        </p:nvSpPr>
        <p:spPr>
          <a:xfrm>
            <a:off x="3263899" y="4928390"/>
            <a:ext cx="8566149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ised Lis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956235" y="1938338"/>
            <a:ext cx="2412607" cy="900000"/>
          </a:xfrm>
          <a:solidFill>
            <a:schemeClr val="accent2"/>
          </a:solidFill>
        </p:spPr>
        <p:txBody>
          <a:bodyPr lIns="108000" rIns="10800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                                                   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err="1"/>
              <a:t>Itemised</a:t>
            </a:r>
            <a:r>
              <a:rPr lang="en-US"/>
              <a:t> List – w Titles</a:t>
            </a:r>
          </a:p>
        </p:txBody>
      </p:sp>
      <p:sp>
        <p:nvSpPr>
          <p:cNvPr id="48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358775" y="1344440"/>
            <a:ext cx="2713036" cy="402211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Small Heading in Title Case</a:t>
            </a:r>
          </a:p>
        </p:txBody>
      </p:sp>
      <p:sp>
        <p:nvSpPr>
          <p:cNvPr id="5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776662" y="1344440"/>
            <a:ext cx="8053200" cy="402211"/>
          </a:xfrm>
          <a:noFill/>
        </p:spPr>
        <p:txBody>
          <a:bodyPr lIns="0" rIns="144000" anchor="t"/>
          <a:lstStyle>
            <a:lvl1pPr marL="0" indent="0" algn="l">
              <a:lnSpc>
                <a:spcPct val="90000"/>
              </a:lnSpc>
              <a:spcBef>
                <a:spcPts val="400"/>
              </a:spcBef>
              <a:buNone/>
              <a:defRPr sz="1100" b="0">
                <a:solidFill>
                  <a:schemeClr val="tx1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Small Heading in Title Case</a:t>
            </a:r>
          </a:p>
        </p:txBody>
      </p:sp>
      <p:sp>
        <p:nvSpPr>
          <p:cNvPr id="24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32" hasCustomPrompt="1"/>
          </p:nvPr>
        </p:nvSpPr>
        <p:spPr>
          <a:xfrm>
            <a:off x="3776663" y="1938338"/>
            <a:ext cx="8053387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33" hasCustomPrompt="1"/>
          </p:nvPr>
        </p:nvSpPr>
        <p:spPr>
          <a:xfrm>
            <a:off x="3776663" y="2935022"/>
            <a:ext cx="8053387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776663" y="3931706"/>
            <a:ext cx="8053387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29" name="Text Placeholder 3"/>
          <p:cNvSpPr>
            <a:spLocks noGrp="1"/>
          </p:cNvSpPr>
          <p:nvPr>
            <p:ph type="body" sz="quarter" idx="35" hasCustomPrompt="1"/>
          </p:nvPr>
        </p:nvSpPr>
        <p:spPr>
          <a:xfrm>
            <a:off x="3776663" y="4928390"/>
            <a:ext cx="8053387" cy="900000"/>
          </a:xfrm>
          <a:solidFill>
            <a:schemeClr val="bg2">
              <a:alpha val="75000"/>
            </a:schemeClr>
          </a:solidFill>
        </p:spPr>
        <p:txBody>
          <a:bodyPr vert="horz" lIns="72000" tIns="72000" rIns="72000" bIns="0" rtlCol="0" anchor="t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Level one bullet point here</a:t>
            </a:r>
          </a:p>
          <a:p>
            <a:pPr lvl="1"/>
            <a:r>
              <a:rPr lang="en-US"/>
              <a:t>Level two bullet point here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F89C6CF-C253-824A-9ABF-913F949170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8775" y="1938290"/>
            <a:ext cx="597460" cy="900000"/>
          </a:xfrm>
          <a:solidFill>
            <a:schemeClr val="accent1"/>
          </a:solidFill>
        </p:spPr>
        <p:txBody>
          <a:bodyPr lIns="108000" rIns="108000"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8530F77E-9291-5941-9665-2B0EFF8DCE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235" y="2935070"/>
            <a:ext cx="2412607" cy="900000"/>
          </a:xfrm>
          <a:solidFill>
            <a:schemeClr val="accent2"/>
          </a:solidFill>
        </p:spPr>
        <p:txBody>
          <a:bodyPr lIns="108000" rIns="10800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                                                   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625529E1-B685-5A4F-9093-371EBBA4F95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8775" y="2935022"/>
            <a:ext cx="597460" cy="900000"/>
          </a:xfrm>
          <a:solidFill>
            <a:schemeClr val="accent1"/>
          </a:solidFill>
        </p:spPr>
        <p:txBody>
          <a:bodyPr lIns="108000" rIns="108000"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0FE75AEC-114C-9C4F-BBEC-73F32CFE1B5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235" y="3931706"/>
            <a:ext cx="2412607" cy="900000"/>
          </a:xfrm>
          <a:solidFill>
            <a:schemeClr val="accent2"/>
          </a:solidFill>
        </p:spPr>
        <p:txBody>
          <a:bodyPr lIns="108000" rIns="10800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                                                   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1DBF10E6-92F0-7E4D-9600-EA92C8586C1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8775" y="3931658"/>
            <a:ext cx="597460" cy="900000"/>
          </a:xfrm>
          <a:solidFill>
            <a:schemeClr val="accent1"/>
          </a:solidFill>
        </p:spPr>
        <p:txBody>
          <a:bodyPr lIns="108000" rIns="108000"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826FBB4F-186D-1744-A1A3-DDC85484525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6235" y="4928390"/>
            <a:ext cx="2412607" cy="900000"/>
          </a:xfrm>
          <a:solidFill>
            <a:schemeClr val="accent2"/>
          </a:solidFill>
        </p:spPr>
        <p:txBody>
          <a:bodyPr lIns="108000" rIns="10800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Capitalise</a:t>
            </a:r>
            <a:r>
              <a:rPr lang="en-US"/>
              <a:t> Each Word                                                   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8F41C377-7AB8-D644-B727-0554D908B0D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8775" y="4928342"/>
            <a:ext cx="597460" cy="900000"/>
          </a:xfrm>
          <a:solidFill>
            <a:schemeClr val="accent1"/>
          </a:solidFill>
        </p:spPr>
        <p:txBody>
          <a:bodyPr lIns="108000" rIns="108000"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4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Title Only slide</a:t>
            </a:r>
          </a:p>
        </p:txBody>
      </p:sp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66712" y="1341437"/>
            <a:ext cx="5570537" cy="4664075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3600">
                <a:solidFill>
                  <a:schemeClr val="accent2"/>
                </a:solidFill>
                <a:latin typeface="+mj-lt"/>
              </a:defRPr>
            </a:lvl1pPr>
            <a:lvl2pPr>
              <a:defRPr sz="3600">
                <a:solidFill>
                  <a:schemeClr val="accent2"/>
                </a:solidFill>
                <a:latin typeface="+mj-lt"/>
              </a:defRPr>
            </a:lvl2pPr>
            <a:lvl3pPr>
              <a:defRPr sz="3600">
                <a:solidFill>
                  <a:schemeClr val="accent2"/>
                </a:solidFill>
                <a:latin typeface="+mj-lt"/>
              </a:defRPr>
            </a:lvl3pPr>
            <a:lvl4pPr>
              <a:defRPr sz="3600">
                <a:solidFill>
                  <a:schemeClr val="accent2"/>
                </a:solidFill>
                <a:latin typeface="+mj-lt"/>
              </a:defRPr>
            </a:lvl4pPr>
            <a:lvl5pPr>
              <a:defRPr sz="3600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This is a heading </a:t>
            </a:r>
          </a:p>
          <a:p>
            <a:pPr lvl="0"/>
            <a:r>
              <a:rPr lang="en-US"/>
              <a:t>style for creating </a:t>
            </a:r>
          </a:p>
          <a:p>
            <a:pPr lvl="0"/>
            <a:r>
              <a:rPr lang="en-US"/>
              <a:t>statements </a:t>
            </a:r>
          </a:p>
          <a:p>
            <a:pPr lvl="0"/>
            <a:r>
              <a:rPr lang="en-US"/>
              <a:t>with impact.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357188"/>
            <a:ext cx="5557838" cy="69532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6351" indent="0">
              <a:buNone/>
              <a:defRPr/>
            </a:lvl2pPr>
          </a:lstStyle>
          <a:p>
            <a:pPr lvl="0"/>
            <a:r>
              <a:rPr lang="en-US" sz="1200" u="none" baseline="0">
                <a:solidFill>
                  <a:srgbClr val="13939D"/>
                </a:solidFill>
                <a:latin typeface="MarkOT-Light" charset="0"/>
              </a:rPr>
              <a:t>Option for small intro heading that doesn’t compete with bold statement.</a:t>
            </a:r>
            <a:endParaRPr lang="en-US"/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Column Large Text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Triple Column – Large Text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58775" y="1341438"/>
            <a:ext cx="2749550" cy="4664075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272663" y="1341438"/>
            <a:ext cx="2749550" cy="4664075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186551" y="1341438"/>
            <a:ext cx="2749550" cy="4664075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Hierarchy Text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Single Column – Hierarchy Text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6523" y="1341437"/>
            <a:ext cx="2754000" cy="4664076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aseline="0">
                <a:solidFill>
                  <a:schemeClr val="accent2"/>
                </a:solidFill>
                <a:latin typeface="+mn-lt"/>
              </a:defRPr>
            </a:lvl1pPr>
            <a:lvl2pPr marL="6351" indent="0">
              <a:buNone/>
              <a:defRPr sz="1100" b="0" i="0">
                <a:solidFill>
                  <a:schemeClr val="accent2"/>
                </a:solidFill>
                <a:latin typeface="Mark OT Medium" charset="0"/>
                <a:ea typeface="Mark OT Medium" charset="0"/>
                <a:cs typeface="Mark OT Medium" charset="0"/>
              </a:defRPr>
            </a:lvl2pPr>
            <a:lvl3pPr marL="6351" indent="0">
              <a:buNone/>
              <a:tabLst/>
              <a:defRPr sz="1100" b="0" i="0" baseline="0">
                <a:latin typeface="+mn-lt"/>
                <a:ea typeface="MarkOT" charset="0"/>
                <a:cs typeface="MarkOT" charset="0"/>
              </a:defRPr>
            </a:lvl3pPr>
          </a:lstStyle>
          <a:p>
            <a:pPr lvl="0"/>
            <a:r>
              <a:rPr lang="en-US"/>
              <a:t>If you want a hierarchy of type on one page. Start with large body copy for introductions and shorter sentences. </a:t>
            </a:r>
          </a:p>
          <a:p>
            <a:pPr lvl="1"/>
            <a:r>
              <a:rPr lang="en-US"/>
              <a:t>Sentence two.</a:t>
            </a:r>
          </a:p>
          <a:p>
            <a:pPr lvl="2"/>
            <a:r>
              <a:rPr lang="en-US"/>
              <a:t>Sentence three.</a:t>
            </a:r>
          </a:p>
        </p:txBody>
      </p:sp>
      <p:sp>
        <p:nvSpPr>
          <p:cNvPr id="7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Narrow"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Single Column – Narrow</a:t>
            </a:r>
          </a:p>
        </p:txBody>
      </p:sp>
      <p:sp>
        <p:nvSpPr>
          <p:cNvPr id="7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96098" y="6359778"/>
            <a:ext cx="2286827" cy="126747"/>
          </a:xfrm>
          <a:prstGeom prst="rect">
            <a:avLst/>
          </a:prstGeom>
        </p:spPr>
        <p:txBody>
          <a:bodyPr/>
          <a:lstStyle/>
          <a:p>
            <a:fld id="{7202D209-1045-654D-842B-3FF4E3A81A76}" type="datetime1">
              <a:rPr lang="en-AU" smtClean="0"/>
              <a:t>10/08/2026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n-US" sz="1400" dirty="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 hasCustomPrompt="1"/>
          </p:nvPr>
        </p:nvSpPr>
        <p:spPr>
          <a:xfrm>
            <a:off x="358775" y="357809"/>
            <a:ext cx="11461750" cy="694712"/>
          </a:xfrm>
        </p:spPr>
        <p:txBody>
          <a:bodyPr/>
          <a:lstStyle>
            <a:lvl1pPr>
              <a:defRPr baseline="0"/>
            </a:lvl1pPr>
          </a:lstStyle>
          <a:p>
            <a:br>
              <a:rPr lang="en-US"/>
            </a:br>
            <a:r>
              <a:rPr lang="en-US"/>
              <a:t>Full Page Image – w Title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96098" y="6359778"/>
            <a:ext cx="2286827" cy="126747"/>
          </a:xfrm>
          <a:prstGeom prst="rect">
            <a:avLst/>
          </a:prstGeom>
        </p:spPr>
        <p:txBody>
          <a:bodyPr/>
          <a:lstStyle/>
          <a:p>
            <a:fld id="{D48C2A3B-5DC7-254B-A819-DFDB309E2C98}" type="datetime1">
              <a:rPr lang="en-AU" smtClean="0"/>
              <a:t>10/08/2026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n-US" sz="140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Large Image – Square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667827" y="1349192"/>
            <a:ext cx="5148000" cy="51480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n-US" sz="140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Large Image – Portrait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400441" y="1349192"/>
            <a:ext cx="4415386" cy="5148000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n-US" sz="140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Landsca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Large Image – Landscape</a:t>
            </a:r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5014" y="1341442"/>
            <a:ext cx="8545512" cy="4006756"/>
          </a:xfrm>
          <a:solidFill>
            <a:schemeClr val="bg2">
              <a:lumMod val="20000"/>
              <a:lumOff val="8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>
              <a:buNone/>
              <a:defRPr lang="en-US" sz="140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275014" y="5511711"/>
            <a:ext cx="2641599" cy="33029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/>
              <a:t>Our caption size is 9pt on 11pt leading, used for pointing out images.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Square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Square x1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9083730" y="1341443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Square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Square x2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9083730" y="1341443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6182875" y="1341443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Square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Square x4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9083730" y="1341443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182875" y="1341443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7"/>
          </p:nvPr>
        </p:nvSpPr>
        <p:spPr>
          <a:xfrm>
            <a:off x="9083730" y="4002525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8"/>
          </p:nvPr>
        </p:nvSpPr>
        <p:spPr>
          <a:xfrm>
            <a:off x="6182875" y="4002525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Square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Square x6</a:t>
            </a:r>
          </a:p>
        </p:txBody>
      </p:sp>
      <p:sp>
        <p:nvSpPr>
          <p:cNvPr id="2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9083730" y="1341443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182875" y="1341443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27"/>
          </p:nvPr>
        </p:nvSpPr>
        <p:spPr>
          <a:xfrm>
            <a:off x="9083730" y="4002525"/>
            <a:ext cx="27540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28"/>
          </p:nvPr>
        </p:nvSpPr>
        <p:spPr>
          <a:xfrm>
            <a:off x="6182875" y="4002525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29"/>
          </p:nvPr>
        </p:nvSpPr>
        <p:spPr>
          <a:xfrm>
            <a:off x="3282020" y="1341443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30"/>
          </p:nvPr>
        </p:nvSpPr>
        <p:spPr>
          <a:xfrm>
            <a:off x="3282020" y="4002525"/>
            <a:ext cx="27357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Portrait x1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644039" y="1341437"/>
            <a:ext cx="4183200" cy="5145088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702">
          <p15:clr>
            <a:srgbClr val="FBAE40"/>
          </p15:clr>
        </p15:guide>
        <p15:guide id="3" pos="481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Portrai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Portrait x2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635875" y="1341437"/>
            <a:ext cx="4184650" cy="5145088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3276732" y="1341437"/>
            <a:ext cx="4183200" cy="5145088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4702" userDrawn="1">
          <p15:clr>
            <a:srgbClr val="FBAE40"/>
          </p15:clr>
        </p15:guide>
        <p15:guide id="6" pos="481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Landscape x1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260783" y="1341437"/>
            <a:ext cx="55692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Image Landscape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Medium Image – Landscape x2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259059" y="1341437"/>
            <a:ext cx="55692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6259059" y="4004140"/>
            <a:ext cx="5569200" cy="2484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Image Landscape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Small Image – Landscape x1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7638465" y="1341437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Image Landscape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Small Image – Landscape x2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7638465" y="1341437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7638465" y="3106068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marR="0" indent="0" algn="ctr" defTabSz="91437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6408738"/>
            <a:ext cx="5737225" cy="77787"/>
          </a:xfrm>
        </p:spPr>
        <p:txBody>
          <a:bodyPr/>
          <a:lstStyle>
            <a:lvl1pPr marL="0" indent="0">
              <a:buNone/>
              <a:defRPr sz="60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Source: 	&lt;sources here; divided by a semi-colon; all on one line&gt;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Image Landscape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Small Image – Landscape x6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6667500" y="3289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3267698" y="1341437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3267698" y="4854658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7638465" y="1341437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7638465" y="4854658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3267698" y="3106068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7638465" y="3106068"/>
            <a:ext cx="4194000" cy="16344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marR="0" indent="0" algn="ctr" defTabSz="914377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667500" y="3289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7" name="Text Box 15"/>
          <p:cNvSpPr txBox="1">
            <a:spLocks noChangeArrowheads="1"/>
          </p:cNvSpPr>
          <p:nvPr userDrawn="1"/>
        </p:nvSpPr>
        <p:spPr bwMode="auto">
          <a:xfrm>
            <a:off x="358775" y="6564702"/>
            <a:ext cx="403761" cy="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2813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281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545CC4-E08A-4D30-8EBF-23CC32B0291F}" type="slidenum">
              <a:rPr kumimoji="0" 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pPr marL="0" marR="0" lvl="0" indent="0" algn="l" defTabSz="91281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</a:rPr>
              <a:t> 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358775" y="1343251"/>
            <a:ext cx="2749550" cy="4662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775" y="2945032"/>
            <a:ext cx="11461750" cy="795019"/>
          </a:xfrm>
        </p:spPr>
        <p:txBody>
          <a:bodyPr anchor="t"/>
          <a:lstStyle>
            <a:lvl1pPr>
              <a:lnSpc>
                <a:spcPct val="85000"/>
              </a:lnSpc>
              <a:defRPr sz="7200"/>
            </a:lvl1pPr>
          </a:lstStyle>
          <a:p>
            <a:r>
              <a:rPr lang="en-US"/>
              <a:t>Thank you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58775" y="2945032"/>
            <a:ext cx="11461750" cy="795019"/>
          </a:xfrm>
        </p:spPr>
        <p:txBody>
          <a:bodyPr anchor="t"/>
          <a:lstStyle>
            <a:lvl1pPr>
              <a:lnSpc>
                <a:spcPct val="85000"/>
              </a:lnSpc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7B237F-7C69-434D-BC47-F2B31E8E58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Yello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58775" y="2945032"/>
            <a:ext cx="11461750" cy="795019"/>
          </a:xfrm>
        </p:spPr>
        <p:txBody>
          <a:bodyPr anchor="t"/>
          <a:lstStyle>
            <a:lvl1pPr>
              <a:lnSpc>
                <a:spcPct val="85000"/>
              </a:lnSpc>
              <a:defRPr sz="7200"/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4775E9-7C20-A64D-9CCA-5A0B74006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1079" y="6427572"/>
            <a:ext cx="939176" cy="18415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us_R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4643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image" Target="../media/image1.png"/><Relationship Id="rId62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theme" Target="../theme/theme2.xml"/><Relationship Id="rId3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03C91F7-BA01-F34E-8443-119DA22A1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37" t="44590" r="20374" b="339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8775" y="357188"/>
            <a:ext cx="11471274" cy="6953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Optus PowerPoint </a:t>
            </a:r>
            <a:br>
              <a:rPr lang="en-US"/>
            </a:br>
            <a:r>
              <a:rPr lang="en-US"/>
              <a:t>Template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775" y="1341438"/>
            <a:ext cx="11476800" cy="46640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two bullet point here</a:t>
            </a:r>
          </a:p>
          <a:p>
            <a:pPr lvl="2"/>
            <a:r>
              <a:rPr lang="en-US"/>
              <a:t>Level three bullet point here</a:t>
            </a:r>
          </a:p>
          <a:p>
            <a:pPr lvl="3"/>
            <a:r>
              <a:rPr lang="en-US"/>
              <a:t>Level four bullet point here</a:t>
            </a:r>
          </a:p>
          <a:p>
            <a:pPr lvl="4"/>
            <a:r>
              <a:rPr lang="en-US"/>
              <a:t>Level five bullet point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776" y="6245352"/>
            <a:ext cx="5737224" cy="16338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80000"/>
              </a:lnSpc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Notes:	1. &lt;use a full stop after the numeral. Note number superscript in slide body&gt;</a:t>
            </a:r>
          </a:p>
          <a:p>
            <a:r>
              <a:rPr lang="en-US"/>
              <a:t>	2. &lt;use a full stop after the numeral. Note number superscript in slide body&gt;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FB4DF6-4961-BC46-8F17-3E31686D4921}"/>
              </a:ext>
            </a:extLst>
          </p:cNvPr>
          <p:cNvPicPr>
            <a:picLocks noChangeAspect="1"/>
          </p:cNvPicPr>
          <p:nvPr userDrawn="1"/>
        </p:nvPicPr>
        <p:blipFill>
          <a:blip r:embed="rId62"/>
          <a:stretch>
            <a:fillRect/>
          </a:stretch>
        </p:blipFill>
        <p:spPr>
          <a:xfrm>
            <a:off x="10991075" y="6425620"/>
            <a:ext cx="939180" cy="18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7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835" r:id="rId2"/>
    <p:sldLayoutId id="2147483742" r:id="rId3"/>
    <p:sldLayoutId id="2147483745" r:id="rId4"/>
    <p:sldLayoutId id="2147483836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820" r:id="rId15"/>
    <p:sldLayoutId id="2147483845" r:id="rId16"/>
    <p:sldLayoutId id="2147483838" r:id="rId17"/>
    <p:sldLayoutId id="2147483839" r:id="rId18"/>
    <p:sldLayoutId id="2147483840" r:id="rId19"/>
    <p:sldLayoutId id="2147483823" r:id="rId20"/>
    <p:sldLayoutId id="2147483757" r:id="rId21"/>
    <p:sldLayoutId id="2147483758" r:id="rId22"/>
    <p:sldLayoutId id="2147483759" r:id="rId23"/>
    <p:sldLayoutId id="2147483833" r:id="rId24"/>
    <p:sldLayoutId id="2147483761" r:id="rId25"/>
    <p:sldLayoutId id="2147483834" r:id="rId26"/>
    <p:sldLayoutId id="2147483812" r:id="rId27"/>
    <p:sldLayoutId id="2147483816" r:id="rId28"/>
    <p:sldLayoutId id="2147483811" r:id="rId29"/>
    <p:sldLayoutId id="2147483813" r:id="rId30"/>
    <p:sldLayoutId id="2147483814" r:id="rId31"/>
    <p:sldLayoutId id="2147483762" r:id="rId32"/>
    <p:sldLayoutId id="2147483767" r:id="rId33"/>
    <p:sldLayoutId id="2147483768" r:id="rId34"/>
    <p:sldLayoutId id="2147483769" r:id="rId35"/>
    <p:sldLayoutId id="2147483770" r:id="rId36"/>
    <p:sldLayoutId id="2147483771" r:id="rId37"/>
    <p:sldLayoutId id="2147483772" r:id="rId38"/>
    <p:sldLayoutId id="2147483773" r:id="rId39"/>
    <p:sldLayoutId id="2147483774" r:id="rId40"/>
    <p:sldLayoutId id="2147483775" r:id="rId41"/>
    <p:sldLayoutId id="2147483776" r:id="rId42"/>
    <p:sldLayoutId id="2147483777" r:id="rId43"/>
    <p:sldLayoutId id="2147483778" r:id="rId44"/>
    <p:sldLayoutId id="2147483779" r:id="rId45"/>
    <p:sldLayoutId id="2147483780" r:id="rId46"/>
    <p:sldLayoutId id="2147483781" r:id="rId47"/>
    <p:sldLayoutId id="2147483782" r:id="rId48"/>
    <p:sldLayoutId id="2147483783" r:id="rId49"/>
    <p:sldLayoutId id="2147483784" r:id="rId50"/>
    <p:sldLayoutId id="2147483785" r:id="rId51"/>
    <p:sldLayoutId id="2147483786" r:id="rId52"/>
    <p:sldLayoutId id="2147483787" r:id="rId53"/>
    <p:sldLayoutId id="2147483788" r:id="rId54"/>
    <p:sldLayoutId id="2147483789" r:id="rId55"/>
    <p:sldLayoutId id="2147483790" r:id="rId56"/>
    <p:sldLayoutId id="2147483791" r:id="rId57"/>
    <p:sldLayoutId id="2147483792" r:id="rId58"/>
    <p:sldLayoutId id="2147483793" r:id="rId59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39700" indent="-139700" algn="l" defTabSz="914377" rtl="0" eaLnBrk="1" latinLnBrk="0" hangingPunct="1">
        <a:lnSpc>
          <a:spcPct val="110000"/>
        </a:lnSpc>
        <a:spcBef>
          <a:spcPts val="600"/>
        </a:spcBef>
        <a:buClr>
          <a:schemeClr val="accent2"/>
        </a:buClr>
        <a:buFont typeface="Arial" charset="0"/>
        <a:buChar char="•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323850" indent="-185738" algn="l" defTabSz="914377" rtl="0" eaLnBrk="1" latinLnBrk="0" hangingPunct="1">
        <a:lnSpc>
          <a:spcPct val="110000"/>
        </a:lnSpc>
        <a:spcBef>
          <a:spcPts val="600"/>
        </a:spcBef>
        <a:buClr>
          <a:schemeClr val="accent2"/>
        </a:buClr>
        <a:buFont typeface="AGBookRoundedPro-Regular" charset="0"/>
        <a:buChar char="−"/>
        <a:tabLst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2438" indent="-142875" algn="l" defTabSz="914377" rtl="0" eaLnBrk="1" latinLnBrk="0" hangingPunct="1">
        <a:lnSpc>
          <a:spcPct val="110000"/>
        </a:lnSpc>
        <a:spcBef>
          <a:spcPts val="600"/>
        </a:spcBef>
        <a:buClr>
          <a:schemeClr val="accent2"/>
        </a:buClr>
        <a:buFont typeface="Arial" charset="0"/>
        <a:buChar char="•"/>
        <a:tabLst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35000" indent="-169863" algn="l" defTabSz="914377" rtl="0" eaLnBrk="1" latinLnBrk="0" hangingPunct="1">
        <a:lnSpc>
          <a:spcPct val="110000"/>
        </a:lnSpc>
        <a:spcBef>
          <a:spcPts val="600"/>
        </a:spcBef>
        <a:buClr>
          <a:schemeClr val="accent2"/>
        </a:buClr>
        <a:buFont typeface="AGBookRoundedPro-Regular" charset="0"/>
        <a:buChar char="−"/>
        <a:tabLst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763588" indent="-115888" algn="l" defTabSz="914377" rtl="0" eaLnBrk="1" latinLnBrk="0" hangingPunct="1">
        <a:lnSpc>
          <a:spcPct val="110000"/>
        </a:lnSpc>
        <a:spcBef>
          <a:spcPts val="600"/>
        </a:spcBef>
        <a:buClr>
          <a:schemeClr val="accent2"/>
        </a:buClr>
        <a:buFont typeface="Arial" charset="0"/>
        <a:buChar char="•"/>
        <a:tabLst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 descr="Background pattern&#10;&#10;Description automatically generated">
            <a:extLst>
              <a:ext uri="{FF2B5EF4-FFF2-40B4-BE49-F238E27FC236}">
                <a16:creationId xmlns:a16="http://schemas.microsoft.com/office/drawing/2014/main" id="{99DE3AE6-9FB6-75BD-48A2-B0F912015A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708543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21383FE-1710-8713-FE8F-05922D66C647}"/>
              </a:ext>
            </a:extLst>
          </p:cNvPr>
          <p:cNvSpPr txBox="1">
            <a:spLocks/>
          </p:cNvSpPr>
          <p:nvPr userDrawn="1"/>
        </p:nvSpPr>
        <p:spPr>
          <a:xfrm>
            <a:off x="9815222" y="365761"/>
            <a:ext cx="2270098" cy="52674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  <a:t>Optus acknowledges the Traditional Owners and Custodians of the lands on which we live, work and serve.</a:t>
            </a:r>
            <a:b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</a:br>
            <a:b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</a:rPr>
            </a:br>
            <a: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  <a:t>We celebrate the oldest living culture and its unbroken history of storytelling and communication. </a:t>
            </a:r>
            <a:b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</a:br>
            <a:b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</a:rPr>
            </a:br>
            <a: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  <a:t>We pay our respect to Elders – past, present and future – and we strive together to embrace an optimistic outlook for our future in harmony, across all of Australia and for all of its people.</a:t>
            </a:r>
            <a:br>
              <a:rPr lang="en-AU" sz="1600" spc="-40">
                <a:solidFill>
                  <a:srgbClr val="006280"/>
                </a:solidFill>
                <a:latin typeface="MarkOT-Heavy" panose="020B0904020101010102" pitchFamily="34" charset="0"/>
                <a:ea typeface="+mn-ea"/>
                <a:cs typeface="+mn-cs"/>
              </a:rPr>
            </a:br>
            <a:endParaRPr lang="en-AU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B2A36-C3CF-9B87-A859-A21007533FA3}"/>
              </a:ext>
            </a:extLst>
          </p:cNvPr>
          <p:cNvSpPr txBox="1"/>
          <p:nvPr userDrawn="1"/>
        </p:nvSpPr>
        <p:spPr>
          <a:xfrm>
            <a:off x="9708542" y="6076326"/>
            <a:ext cx="248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spc="-40">
                <a:solidFill>
                  <a:srgbClr val="006280"/>
                </a:solidFill>
                <a:latin typeface="MarkOT" panose="020B0504020101010102" pitchFamily="34" charset="0"/>
              </a:rPr>
              <a:t>Artwork: “Connected Communities” by Kamilaroi artist Rhonda Sampson.</a:t>
            </a:r>
          </a:p>
        </p:txBody>
      </p:sp>
    </p:spTree>
    <p:extLst>
      <p:ext uri="{BB962C8B-B14F-4D97-AF65-F5344CB8AC3E}">
        <p14:creationId xmlns:p14="http://schemas.microsoft.com/office/powerpoint/2010/main" val="76400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ptus_16x9_Theme">
  <a:themeElements>
    <a:clrScheme name="Custom 1">
      <a:dk1>
        <a:srgbClr val="000000"/>
      </a:dk1>
      <a:lt1>
        <a:srgbClr val="FFFFFF"/>
      </a:lt1>
      <a:dk2>
        <a:srgbClr val="00323A"/>
      </a:dk2>
      <a:lt2>
        <a:srgbClr val="E7E6E6"/>
      </a:lt2>
      <a:accent1>
        <a:srgbClr val="006280"/>
      </a:accent1>
      <a:accent2>
        <a:srgbClr val="00A3AD"/>
      </a:accent2>
      <a:accent3>
        <a:srgbClr val="FFCC08"/>
      </a:accent3>
      <a:accent4>
        <a:srgbClr val="00323A"/>
      </a:accent4>
      <a:accent5>
        <a:srgbClr val="FFA100"/>
      </a:accent5>
      <a:accent6>
        <a:srgbClr val="ACAFB2"/>
      </a:accent6>
      <a:hlink>
        <a:srgbClr val="00A3AD"/>
      </a:hlink>
      <a:folHlink>
        <a:srgbClr val="006280"/>
      </a:folHlink>
    </a:clrScheme>
    <a:fontScheme name="Optus_Fonts">
      <a:majorFont>
        <a:latin typeface="MarkOT-Heavy"/>
        <a:ea typeface=""/>
        <a:cs typeface=""/>
      </a:majorFont>
      <a:minorFont>
        <a:latin typeface="MarkO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tus_MasterTemplate_16x9_v9.pptx" id="{936A4993-240A-431C-BC3C-0D6E11CF5884}" vid="{1AB415FE-4760-42E5-B9A8-1FFA14646782}"/>
    </a:ext>
  </a:extLst>
</a:theme>
</file>

<file path=ppt/theme/theme2.xml><?xml version="1.0" encoding="utf-8"?>
<a:theme xmlns:a="http://schemas.openxmlformats.org/drawingml/2006/main" name="Optus_RAP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tus_MasterTemplate_16x9_v9.pptx" id="{936A4993-240A-431C-BC3C-0D6E11CF5884}" vid="{3E0671B4-5387-4770-8534-ED6785A0AB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FDE7DAB746354FAEB97CC29909686F" ma:contentTypeVersion="13" ma:contentTypeDescription="Create a new document." ma:contentTypeScope="" ma:versionID="af9ea7f3781febeaed85379abc5c253f">
  <xsd:schema xmlns:xsd="http://www.w3.org/2001/XMLSchema" xmlns:xs="http://www.w3.org/2001/XMLSchema" xmlns:p="http://schemas.microsoft.com/office/2006/metadata/properties" xmlns:ns2="12be0070-3f58-4b53-8b89-36634414086f" xmlns:ns3="f9d3ad9d-1514-4916-81a6-b4ad184a530b" targetNamespace="http://schemas.microsoft.com/office/2006/metadata/properties" ma:root="true" ma:fieldsID="bc512d24d3c88d474b7fb4216723edbf" ns2:_="" ns3:_="">
    <xsd:import namespace="12be0070-3f58-4b53-8b89-36634414086f"/>
    <xsd:import namespace="f9d3ad9d-1514-4916-81a6-b4ad184a53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be0070-3f58-4b53-8b89-3663441408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8e6bd6e5-838d-470b-bead-c38364228b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d3ad9d-1514-4916-81a6-b4ad184a530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9185bbe1-d1ce-480d-b513-6f211972f205}" ma:internalName="TaxCatchAll" ma:showField="CatchAllData" ma:web="f9d3ad9d-1514-4916-81a6-b4ad184a53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be0070-3f58-4b53-8b89-36634414086f">
      <Terms xmlns="http://schemas.microsoft.com/office/infopath/2007/PartnerControls"/>
    </lcf76f155ced4ddcb4097134ff3c332f>
    <TaxCatchAll xmlns="f9d3ad9d-1514-4916-81a6-b4ad184a530b" xsi:nil="true"/>
  </documentManagement>
</p:properties>
</file>

<file path=customXml/itemProps1.xml><?xml version="1.0" encoding="utf-8"?>
<ds:datastoreItem xmlns:ds="http://schemas.openxmlformats.org/officeDocument/2006/customXml" ds:itemID="{BE079CB8-BEFB-4498-ADD2-89FFD1EA7B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C3F309-BB55-4967-A35B-E9A388C852C7}">
  <ds:schemaRefs>
    <ds:schemaRef ds:uri="12be0070-3f58-4b53-8b89-36634414086f"/>
    <ds:schemaRef ds:uri="f9d3ad9d-1514-4916-81a6-b4ad184a53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E06BF3A-832B-43A8-9DA4-3C473101D18E}">
  <ds:schemaRefs>
    <ds:schemaRef ds:uri="12be0070-3f58-4b53-8b89-36634414086f"/>
    <ds:schemaRef ds:uri="f9d3ad9d-1514-4916-81a6-b4ad184a53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6ee34bf-ccdb-4d31-bfa7-d70a8087cdcc}" enabled="1" method="Standard" siteId="{17928398-834f-4756-9d9b-525628a13a4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Optus_16x9_Theme</vt:lpstr>
      <vt:lpstr>Optus_RAP_Theme</vt:lpstr>
      <vt:lpstr>Introducing DART</vt:lpstr>
      <vt:lpstr>Agenda</vt:lpstr>
      <vt:lpstr>Who We Are</vt:lpstr>
      <vt:lpstr>Meet the team</vt:lpstr>
      <vt:lpstr>DART Strategy &amp; Vision</vt:lpstr>
      <vt:lpstr>What we Actually Do</vt:lpstr>
      <vt:lpstr>The Foundation</vt:lpstr>
      <vt:lpstr>Recent Wins</vt:lpstr>
      <vt:lpstr>AI &amp; Innovation Pipeline</vt:lpstr>
      <vt:lpstr>Platform &amp; Ecosystem</vt:lpstr>
      <vt:lpstr>How You Can help Us Go Further</vt:lpstr>
      <vt:lpstr>Thank you</vt:lpstr>
    </vt:vector>
  </TitlesOfParts>
  <Manager>Jacqui O'Brien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Sugianto Lauw</dc:creator>
  <cp:keywords/>
  <dc:description>Contact: 1300 843 562</dc:description>
  <cp:revision>1</cp:revision>
  <cp:lastPrinted>2020-04-29T02:21:47Z</cp:lastPrinted>
  <dcterms:created xsi:type="dcterms:W3CDTF">2026-08-05T00:38:13Z</dcterms:created>
  <dcterms:modified xsi:type="dcterms:W3CDTF">2026-08-11T03:11:22Z</dcterms:modified>
  <cp:category>Presentation Template Design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0x0101001BFDE7DAB746354FAEB97CC29909686F</vt:lpwstr>
  </property>
  <property fmtid="{D5CDD505-2E9C-101B-9397-08002B2CF9AE}" pid="3" name="TaxKeyword">
    <vt:lpwstr/>
  </property>
  <property fmtid="{D5CDD505-2E9C-101B-9397-08002B2CF9AE}" pid="4" name="GuidesandResourcesAudience">
    <vt:lpwstr/>
  </property>
  <property fmtid="{D5CDD505-2E9C-101B-9397-08002B2CF9AE}" pid="5" name="GuidesandResourcesDocumentType">
    <vt:lpwstr/>
  </property>
  <property fmtid="{D5CDD505-2E9C-101B-9397-08002B2CF9AE}" pid="6" name="GuidesandResourcesTopic">
    <vt:lpwstr/>
  </property>
  <property fmtid="{D5CDD505-2E9C-101B-9397-08002B2CF9AE}" pid="7" name="TaxKeywordTaxHTField">
    <vt:lpwstr/>
  </property>
  <property fmtid="{D5CDD505-2E9C-101B-9397-08002B2CF9AE}" pid="8" name="k3323a3b9322433088a1aed2e1ef00f5">
    <vt:lpwstr/>
  </property>
  <property fmtid="{D5CDD505-2E9C-101B-9397-08002B2CF9AE}" pid="9" name="oe1a6b9e7373478c906a0f36c55ba94f">
    <vt:lpwstr/>
  </property>
  <property fmtid="{D5CDD505-2E9C-101B-9397-08002B2CF9AE}" pid="10" name="ncada5cc6e124528ad027476c2f41995">
    <vt:lpwstr/>
  </property>
  <property fmtid="{D5CDD505-2E9C-101B-9397-08002B2CF9AE}" pid="11" name="GuidesandResourcesDescription">
    <vt:lpwstr/>
  </property>
  <property fmtid="{D5CDD505-2E9C-101B-9397-08002B2CF9AE}" pid="12" name="MediaServiceImageTags">
    <vt:lpwstr/>
  </property>
</Properties>
</file>