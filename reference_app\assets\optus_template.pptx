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0" r:id="rId4"/>
    <p:sldMasterId id="2147483848" r:id="rId5"/>
  </p:sldMasterIdLst>
  <p:notesMasterIdLst>
    <p:notesMasterId r:id="rId18"/>
  </p:notesMasterIdLst>
  <p:sldIdLst>
    <p:sldId id="256" r:id="rId6"/>
    <p:sldId id="257" r:id="rId7"/>
    <p:sldId id="258" r:id="rId8"/>
    <p:sldId id="267" r:id="rId9"/>
    <p:sldId id="268" r:id="rId25"/>
    <p:sldId id="259" r:id="rId10"/>
    <p:sldId id="260" r:id="rId11"/>
    <p:sldId id="261" r:id="rId12"/>
    <p:sldId id="269" r:id="rId26"/>
    <p:sldId id="262" r:id="rId13"/>
    <p:sldId id="264" r:id="rId15"/>
    <p:sldId id="272" r:id="rId29"/>
    <p:sldId id="270" r:id="rId27"/>
    <p:sldId id="271" r:id="rId28"/>
    <p:sldId id="26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4" pos="224" userDrawn="1">
          <p15:clr>
            <a:srgbClr val="A4A3A4"/>
          </p15:clr>
        </p15:guide>
        <p15:guide id="5" pos="7454" userDrawn="1">
          <p15:clr>
            <a:srgbClr val="A4A3A4"/>
          </p15:clr>
        </p15:guide>
        <p15:guide id="6" orient="horz" pos="662" userDrawn="1">
          <p15:clr>
            <a:srgbClr val="A4A3A4"/>
          </p15:clr>
        </p15:guide>
        <p15:guide id="7" orient="horz" pos="224" userDrawn="1">
          <p15:clr>
            <a:srgbClr val="A4A3A4"/>
          </p15:clr>
        </p15:guide>
        <p15:guide id="8" orient="horz" pos="1221" userDrawn="1">
          <p15:clr>
            <a:srgbClr val="A4A3A4"/>
          </p15:clr>
        </p15:guide>
        <p15:guide id="9" orient="horz" pos="1100" userDrawn="1">
          <p15:clr>
            <a:srgbClr val="A4A3A4"/>
          </p15:clr>
        </p15:guide>
        <p15:guide id="10" orient="horz" pos="843" userDrawn="1">
          <p15:clr>
            <a:srgbClr val="A4A3A4"/>
          </p15:clr>
        </p15:guide>
        <p15:guide id="11" orient="horz" pos="3783" userDrawn="1">
          <p15:clr>
            <a:srgbClr val="A4A3A4"/>
          </p15:clr>
        </p15:guide>
        <p15:guide id="12" orient="horz" pos="3929" userDrawn="1">
          <p15:clr>
            <a:srgbClr val="A4A3A4"/>
          </p15:clr>
        </p15:guide>
        <p15:guide id="13" orient="horz" pos="42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941BC3-4B94-1D55-3569-5CA98D78CCD1}" v="81" dt="2026-08-11T00:00:12.331"/>
    <p1510:client id="{50EFDD7E-FC5B-4585-AEB3-0B496EAE4B5D}" v="142" dt="2026-08-11T00:02:56.973"/>
    <p1510:client id="{9C64CFFA-07A5-ECA0-D2DE-2C27C0DDB804}" v="31" dt="2026-08-10T01:38:26.941"/>
    <p1510:client id="{C6400DB1-BE11-E3D1-24CE-82A0F4562A49}" v="111" dt="2026-08-11T03:10:02.746"/>
  </p1510:revLst>
</p1510:revInfo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37"/>
        <p:guide pos="3840"/>
        <p:guide pos="224"/>
        <p:guide pos="7454"/>
        <p:guide orient="horz" pos="662"/>
        <p:guide orient="horz" pos="224"/>
        <p:guide orient="horz" pos="1221"/>
        <p:guide orient="horz" pos="1100"/>
        <p:guide orient="horz" pos="843"/>
        <p:guide orient="horz" pos="3783"/>
        <p:guide orient="horz" pos="3929"/>
        <p:guide orient="horz" pos="4204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1.xml"/><Relationship Id="rId16" Type="http://schemas.openxmlformats.org/officeDocument/2006/relationships/slide" Target="slides/slide11.xml"/><Relationship Id="rId17" Type="http://schemas.openxmlformats.org/officeDocument/2006/relationships/slide" Target="slides/slide15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microsoft.com/office/2016/11/relationships/changesInfo" Target="changesInfos/changesInfo1.xml"/><Relationship Id="rId24" Type="http://schemas.microsoft.com/office/2015/10/relationships/revisionInfo" Target="revisionInfo.xml"/><Relationship Id="rId25" Type="http://schemas.openxmlformats.org/officeDocument/2006/relationships/slide" Target="slides/slide5.xml"/><Relationship Id="rId26" Type="http://schemas.openxmlformats.org/officeDocument/2006/relationships/slide" Target="slides/slide9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gianto Lauw (Optus)" userId="S::sugianto.lauw@optus.com.au::ccee5eeb-6a19-42ba-97b8-8db0f3f83dcd" providerId="AD" clId="Web-{C6400DB1-BE11-E3D1-24CE-82A0F4562A49}"/>
    <pc:docChg chg="modSld">
      <pc:chgData name="Sugianto Lauw (Optus)" userId="S::sugianto.lauw@optus.com.au::ccee5eeb-6a19-42ba-97b8-8db0f3f83dcd" providerId="AD" clId="Web-{C6400DB1-BE11-E3D1-24CE-82A0F4562A49}" dt="2026-08-11T03:10:02.746" v="110" actId="20577"/>
      <pc:docMkLst>
        <pc:docMk/>
      </pc:docMkLst>
      <pc:sldChg chg="modSp">
        <pc:chgData name="Sugianto Lauw (Optus)" userId="S::sugianto.lauw@optus.com.au::ccee5eeb-6a19-42ba-97b8-8db0f3f83dcd" providerId="AD" clId="Web-{C6400DB1-BE11-E3D1-24CE-82A0F4562A49}" dt="2026-08-11T03:10:02.746" v="110" actId="20577"/>
        <pc:sldMkLst>
          <pc:docMk/>
          <pc:sldMk cId="0" sldId="262"/>
        </pc:sldMkLst>
        <pc:spChg chg="mod">
          <ac:chgData name="Sugianto Lauw (Optus)" userId="S::sugianto.lauw@optus.com.au::ccee5eeb-6a19-42ba-97b8-8db0f3f83dcd" providerId="AD" clId="Web-{C6400DB1-BE11-E3D1-24CE-82A0F4562A49}" dt="2026-08-11T00:08:40.758" v="63" actId="20577"/>
          <ac:spMkLst>
            <pc:docMk/>
            <pc:sldMk cId="0" sldId="262"/>
            <ac:spMk id="2033" creationId="{00000000-0000-0000-0000-000000000000}"/>
          </ac:spMkLst>
        </pc:spChg>
        <pc:spChg chg="mod">
          <ac:chgData name="Sugianto Lauw (Optus)" userId="S::sugianto.lauw@optus.com.au::ccee5eeb-6a19-42ba-97b8-8db0f3f83dcd" providerId="AD" clId="Web-{C6400DB1-BE11-E3D1-24CE-82A0F4562A49}" dt="2026-08-11T00:11:19.762" v="76" actId="20577"/>
          <ac:spMkLst>
            <pc:docMk/>
            <pc:sldMk cId="0" sldId="262"/>
            <ac:spMk id="2039" creationId="{00000000-0000-0000-0000-000000000000}"/>
          </ac:spMkLst>
        </pc:spChg>
        <pc:spChg chg="mod">
          <ac:chgData name="Sugianto Lauw (Optus)" userId="S::sugianto.lauw@optus.com.au::ccee5eeb-6a19-42ba-97b8-8db0f3f83dcd" providerId="AD" clId="Web-{C6400DB1-BE11-E3D1-24CE-82A0F4562A49}" dt="2026-08-11T00:19:46.847" v="109" actId="20577"/>
          <ac:spMkLst>
            <pc:docMk/>
            <pc:sldMk cId="0" sldId="262"/>
            <ac:spMk id="2045" creationId="{00000000-0000-0000-0000-000000000000}"/>
          </ac:spMkLst>
        </pc:spChg>
        <pc:spChg chg="mod">
          <ac:chgData name="Sugianto Lauw (Optus)" userId="S::sugianto.lauw@optus.com.au::ccee5eeb-6a19-42ba-97b8-8db0f3f83dcd" providerId="AD" clId="Web-{C6400DB1-BE11-E3D1-24CE-82A0F4562A49}" dt="2026-08-11T03:10:02.746" v="110" actId="20577"/>
          <ac:spMkLst>
            <pc:docMk/>
            <pc:sldMk cId="0" sldId="262"/>
            <ac:spMk id="2051" creationId="{00000000-0000-0000-0000-000000000000}"/>
          </ac:spMkLst>
        </pc:spChg>
      </pc:sldChg>
    </pc:docChg>
  </pc:docChgLst>
  <pc:docChgLst>
    <pc:chgData name="Sugianto Lauw (Optus)" userId="S::sugianto.lauw@optus.com.au::ccee5eeb-6a19-42ba-97b8-8db0f3f83dcd" providerId="AD" clId="Web-{9C64CFFA-07A5-ECA0-D2DE-2C27C0DDB804}"/>
    <pc:docChg chg="modSld">
      <pc:chgData name="Sugianto Lauw (Optus)" userId="S::sugianto.lauw@optus.com.au::ccee5eeb-6a19-42ba-97b8-8db0f3f83dcd" providerId="AD" clId="Web-{9C64CFFA-07A5-ECA0-D2DE-2C27C0DDB804}" dt="2026-08-10T01:38:26.941" v="30" actId="20577"/>
      <pc:docMkLst>
        <pc:docMk/>
      </pc:docMkLst>
      <pc:sldChg chg="modSp">
        <pc:chgData name="Sugianto Lauw (Optus)" userId="S::sugianto.lauw@optus.com.au::ccee5eeb-6a19-42ba-97b8-8db0f3f83dcd" providerId="AD" clId="Web-{9C64CFFA-07A5-ECA0-D2DE-2C27C0DDB804}" dt="2026-08-10T00:31:57.351" v="10" actId="20577"/>
        <pc:sldMkLst>
          <pc:docMk/>
          <pc:sldMk cId="0" sldId="262"/>
        </pc:sldMkLst>
        <pc:spChg chg="mod">
          <ac:chgData name="Sugianto Lauw (Optus)" userId="S::sugianto.lauw@optus.com.au::ccee5eeb-6a19-42ba-97b8-8db0f3f83dcd" providerId="AD" clId="Web-{9C64CFFA-07A5-ECA0-D2DE-2C27C0DDB804}" dt="2026-08-10T00:31:57.351" v="10" actId="20577"/>
          <ac:spMkLst>
            <pc:docMk/>
            <pc:sldMk cId="0" sldId="262"/>
            <ac:spMk id="2038" creationId="{00000000-0000-0000-0000-000000000000}"/>
          </ac:spMkLst>
        </pc:spChg>
      </pc:sldChg>
      <pc:sldChg chg="modSp">
        <pc:chgData name="Sugianto Lauw (Optus)" userId="S::sugianto.lauw@optus.com.au::ccee5eeb-6a19-42ba-97b8-8db0f3f83dcd" providerId="AD" clId="Web-{9C64CFFA-07A5-ECA0-D2DE-2C27C0DDB804}" dt="2026-08-10T00:00:01.790" v="4" actId="20577"/>
        <pc:sldMkLst>
          <pc:docMk/>
          <pc:sldMk cId="0" sldId="263"/>
        </pc:sldMkLst>
        <pc:spChg chg="mod">
          <ac:chgData name="Sugianto Lauw (Optus)" userId="S::sugianto.lauw@optus.com.au::ccee5eeb-6a19-42ba-97b8-8db0f3f83dcd" providerId="AD" clId="Web-{9C64CFFA-07A5-ECA0-D2DE-2C27C0DDB804}" dt="2026-08-10T00:00:01.790" v="4" actId="20577"/>
          <ac:spMkLst>
            <pc:docMk/>
            <pc:sldMk cId="0" sldId="263"/>
            <ac:spMk id="2018" creationId="{00000000-0000-0000-0000-000000000000}"/>
          </ac:spMkLst>
        </pc:spChg>
      </pc:sldChg>
      <pc:sldChg chg="modSp">
        <pc:chgData name="Sugianto Lauw (Optus)" userId="S::sugianto.lauw@optus.com.au::ccee5eeb-6a19-42ba-97b8-8db0f3f83dcd" providerId="AD" clId="Web-{9C64CFFA-07A5-ECA0-D2DE-2C27C0DDB804}" dt="2026-08-10T01:38:26.941" v="30" actId="20577"/>
        <pc:sldMkLst>
          <pc:docMk/>
          <pc:sldMk cId="0" sldId="267"/>
        </pc:sldMkLst>
        <pc:spChg chg="mod">
          <ac:chgData name="Sugianto Lauw (Optus)" userId="S::sugianto.lauw@optus.com.au::ccee5eeb-6a19-42ba-97b8-8db0f3f83dcd" providerId="AD" clId="Web-{9C64CFFA-07A5-ECA0-D2DE-2C27C0DDB804}" dt="2026-08-10T01:38:26.941" v="30" actId="20577"/>
          <ac:spMkLst>
            <pc:docMk/>
            <pc:sldMk cId="0" sldId="267"/>
            <ac:spMk id="2070" creationId="{00000000-0000-0000-0000-000000000000}"/>
          </ac:spMkLst>
        </pc:spChg>
        <pc:spChg chg="mod">
          <ac:chgData name="Sugianto Lauw (Optus)" userId="S::sugianto.lauw@optus.com.au::ccee5eeb-6a19-42ba-97b8-8db0f3f83dcd" providerId="AD" clId="Web-{9C64CFFA-07A5-ECA0-D2DE-2C27C0DDB804}" dt="2026-08-10T01:37:48.659" v="27" actId="20577"/>
          <ac:spMkLst>
            <pc:docMk/>
            <pc:sldMk cId="0" sldId="267"/>
            <ac:spMk id="2073" creationId="{00000000-0000-0000-0000-000000000000}"/>
          </ac:spMkLst>
        </pc:spChg>
      </pc:sldChg>
    </pc:docChg>
  </pc:docChgLst>
  <pc:docChgLst>
    <pc:chgData name="Tara Tekieh" userId="39120ac8-21ed-4467-9034-2f5239109ccf" providerId="ADAL" clId="{AEFC9BA8-6972-40A7-9B70-2BBE1A8E25F8}"/>
    <pc:docChg chg="custSel modSld">
      <pc:chgData name="Tara Tekieh" userId="39120ac8-21ed-4467-9034-2f5239109ccf" providerId="ADAL" clId="{AEFC9BA8-6972-40A7-9B70-2BBE1A8E25F8}" dt="2026-08-11T00:02:56.973" v="922" actId="20577"/>
      <pc:docMkLst>
        <pc:docMk/>
      </pc:docMkLst>
      <pc:sldChg chg="modSp mod">
        <pc:chgData name="Tara Tekieh" userId="39120ac8-21ed-4467-9034-2f5239109ccf" providerId="ADAL" clId="{AEFC9BA8-6972-40A7-9B70-2BBE1A8E25F8}" dt="2026-08-10T01:56:50.204" v="782" actId="20577"/>
        <pc:sldMkLst>
          <pc:docMk/>
          <pc:sldMk cId="0" sldId="258"/>
        </pc:sldMkLst>
        <pc:spChg chg="mod">
          <ac:chgData name="Tara Tekieh" userId="39120ac8-21ed-4467-9034-2f5239109ccf" providerId="ADAL" clId="{AEFC9BA8-6972-40A7-9B70-2BBE1A8E25F8}" dt="2026-08-10T01:56:50.204" v="782" actId="20577"/>
          <ac:spMkLst>
            <pc:docMk/>
            <pc:sldMk cId="0" sldId="258"/>
            <ac:spMk id="2" creationId="{00000000-0000-0000-0000-000000000000}"/>
          </ac:spMkLst>
        </pc:spChg>
      </pc:sldChg>
      <pc:sldChg chg="modSp mod">
        <pc:chgData name="Tara Tekieh" userId="39120ac8-21ed-4467-9034-2f5239109ccf" providerId="ADAL" clId="{AEFC9BA8-6972-40A7-9B70-2BBE1A8E25F8}" dt="2026-08-10T01:57:12.546" v="788" actId="20577"/>
        <pc:sldMkLst>
          <pc:docMk/>
          <pc:sldMk cId="0" sldId="259"/>
        </pc:sldMkLst>
        <pc:spChg chg="mod">
          <ac:chgData name="Tara Tekieh" userId="39120ac8-21ed-4467-9034-2f5239109ccf" providerId="ADAL" clId="{AEFC9BA8-6972-40A7-9B70-2BBE1A8E25F8}" dt="2026-08-10T01:57:12.546" v="788" actId="20577"/>
          <ac:spMkLst>
            <pc:docMk/>
            <pc:sldMk cId="0" sldId="259"/>
            <ac:spMk id="2" creationId="{00000000-0000-0000-0000-000000000000}"/>
          </ac:spMkLst>
        </pc:spChg>
      </pc:sldChg>
      <pc:sldChg chg="modSp mod">
        <pc:chgData name="Tara Tekieh" userId="39120ac8-21ed-4467-9034-2f5239109ccf" providerId="ADAL" clId="{AEFC9BA8-6972-40A7-9B70-2BBE1A8E25F8}" dt="2026-08-10T01:57:34.227" v="791" actId="20577"/>
        <pc:sldMkLst>
          <pc:docMk/>
          <pc:sldMk cId="0" sldId="260"/>
        </pc:sldMkLst>
        <pc:spChg chg="mod">
          <ac:chgData name="Tara Tekieh" userId="39120ac8-21ed-4467-9034-2f5239109ccf" providerId="ADAL" clId="{AEFC9BA8-6972-40A7-9B70-2BBE1A8E25F8}" dt="2026-08-10T01:57:34.227" v="791" actId="20577"/>
          <ac:spMkLst>
            <pc:docMk/>
            <pc:sldMk cId="0" sldId="260"/>
            <ac:spMk id="2" creationId="{00000000-0000-0000-0000-000000000000}"/>
          </ac:spMkLst>
        </pc:spChg>
      </pc:sldChg>
      <pc:sldChg chg="modSp mod">
        <pc:chgData name="Tara Tekieh" userId="39120ac8-21ed-4467-9034-2f5239109ccf" providerId="ADAL" clId="{AEFC9BA8-6972-40A7-9B70-2BBE1A8E25F8}" dt="2026-08-10T01:58:28.990" v="792" actId="20577"/>
        <pc:sldMkLst>
          <pc:docMk/>
          <pc:sldMk cId="0" sldId="261"/>
        </pc:sldMkLst>
        <pc:spChg chg="mod">
          <ac:chgData name="Tara Tekieh" userId="39120ac8-21ed-4467-9034-2f5239109ccf" providerId="ADAL" clId="{AEFC9BA8-6972-40A7-9B70-2BBE1A8E25F8}" dt="2026-08-10T01:58:28.990" v="792" actId="20577"/>
          <ac:spMkLst>
            <pc:docMk/>
            <pc:sldMk cId="0" sldId="261"/>
            <ac:spMk id="2" creationId="{00000000-0000-0000-0000-000000000000}"/>
          </ac:spMkLst>
        </pc:spChg>
      </pc:sldChg>
      <pc:sldChg chg="modSp mod">
        <pc:chgData name="Tara Tekieh" userId="39120ac8-21ed-4467-9034-2f5239109ccf" providerId="ADAL" clId="{AEFC9BA8-6972-40A7-9B70-2BBE1A8E25F8}" dt="2026-08-11T00:02:56.973" v="922" actId="20577"/>
        <pc:sldMkLst>
          <pc:docMk/>
          <pc:sldMk cId="0" sldId="262"/>
        </pc:sldMkLst>
        <pc:spChg chg="mod">
          <ac:chgData name="Tara Tekieh" userId="39120ac8-21ed-4467-9034-2f5239109ccf" providerId="ADAL" clId="{AEFC9BA8-6972-40A7-9B70-2BBE1A8E25F8}" dt="2026-08-10T01:59:47.314" v="793" actId="20577"/>
          <ac:spMkLst>
            <pc:docMk/>
            <pc:sldMk cId="0" sldId="262"/>
            <ac:spMk id="2" creationId="{00000000-0000-0000-0000-000000000000}"/>
          </ac:spMkLst>
        </pc:spChg>
        <pc:spChg chg="mod">
          <ac:chgData name="Tara Tekieh" userId="39120ac8-21ed-4467-9034-2f5239109ccf" providerId="ADAL" clId="{AEFC9BA8-6972-40A7-9B70-2BBE1A8E25F8}" dt="2026-08-10T02:02:56.131" v="847" actId="20577"/>
          <ac:spMkLst>
            <pc:docMk/>
            <pc:sldMk cId="0" sldId="262"/>
            <ac:spMk id="2050" creationId="{00000000-0000-0000-0000-000000000000}"/>
          </ac:spMkLst>
        </pc:spChg>
        <pc:spChg chg="mod">
          <ac:chgData name="Tara Tekieh" userId="39120ac8-21ed-4467-9034-2f5239109ccf" providerId="ADAL" clId="{AEFC9BA8-6972-40A7-9B70-2BBE1A8E25F8}" dt="2026-08-11T00:02:56.973" v="922" actId="20577"/>
          <ac:spMkLst>
            <pc:docMk/>
            <pc:sldMk cId="0" sldId="262"/>
            <ac:spMk id="2051" creationId="{00000000-0000-0000-0000-000000000000}"/>
          </ac:spMkLst>
        </pc:spChg>
      </pc:sldChg>
      <pc:sldChg chg="modSp mod">
        <pc:chgData name="Tara Tekieh" userId="39120ac8-21ed-4467-9034-2f5239109ccf" providerId="ADAL" clId="{AEFC9BA8-6972-40A7-9B70-2BBE1A8E25F8}" dt="2026-08-10T02:03:14.989" v="851" actId="20577"/>
        <pc:sldMkLst>
          <pc:docMk/>
          <pc:sldMk cId="0" sldId="263"/>
        </pc:sldMkLst>
        <pc:spChg chg="mod">
          <ac:chgData name="Tara Tekieh" userId="39120ac8-21ed-4467-9034-2f5239109ccf" providerId="ADAL" clId="{AEFC9BA8-6972-40A7-9B70-2BBE1A8E25F8}" dt="2026-08-10T02:03:14.989" v="851" actId="20577"/>
          <ac:spMkLst>
            <pc:docMk/>
            <pc:sldMk cId="0" sldId="263"/>
            <ac:spMk id="2" creationId="{00000000-0000-0000-0000-000000000000}"/>
          </ac:spMkLst>
        </pc:spChg>
      </pc:sldChg>
      <pc:sldChg chg="modSp mod">
        <pc:chgData name="Tara Tekieh" userId="39120ac8-21ed-4467-9034-2f5239109ccf" providerId="ADAL" clId="{AEFC9BA8-6972-40A7-9B70-2BBE1A8E25F8}" dt="2026-08-10T02:03:34.114" v="853" actId="20577"/>
        <pc:sldMkLst>
          <pc:docMk/>
          <pc:sldMk cId="0" sldId="264"/>
        </pc:sldMkLst>
        <pc:spChg chg="mod">
          <ac:chgData name="Tara Tekieh" userId="39120ac8-21ed-4467-9034-2f5239109ccf" providerId="ADAL" clId="{AEFC9BA8-6972-40A7-9B70-2BBE1A8E25F8}" dt="2026-08-10T02:03:34.114" v="853" actId="20577"/>
          <ac:spMkLst>
            <pc:docMk/>
            <pc:sldMk cId="0" sldId="264"/>
            <ac:spMk id="2" creationId="{00000000-0000-0000-0000-000000000000}"/>
          </ac:spMkLst>
        </pc:spChg>
      </pc:sldChg>
      <pc:sldChg chg="modSp mod">
        <pc:chgData name="Tara Tekieh" userId="39120ac8-21ed-4467-9034-2f5239109ccf" providerId="ADAL" clId="{AEFC9BA8-6972-40A7-9B70-2BBE1A8E25F8}" dt="2026-08-10T02:04:19.613" v="859" actId="20577"/>
        <pc:sldMkLst>
          <pc:docMk/>
          <pc:sldMk cId="0" sldId="265"/>
        </pc:sldMkLst>
        <pc:spChg chg="mod">
          <ac:chgData name="Tara Tekieh" userId="39120ac8-21ed-4467-9034-2f5239109ccf" providerId="ADAL" clId="{AEFC9BA8-6972-40A7-9B70-2BBE1A8E25F8}" dt="2026-08-10T02:04:19.613" v="859" actId="20577"/>
          <ac:spMkLst>
            <pc:docMk/>
            <pc:sldMk cId="0" sldId="265"/>
            <ac:spMk id="2" creationId="{00000000-0000-0000-0000-000000000000}"/>
          </ac:spMkLst>
        </pc:spChg>
      </pc:sldChg>
      <pc:sldChg chg="modSp mod">
        <pc:chgData name="Tara Tekieh" userId="39120ac8-21ed-4467-9034-2f5239109ccf" providerId="ADAL" clId="{AEFC9BA8-6972-40A7-9B70-2BBE1A8E25F8}" dt="2026-08-10T01:56:01.730" v="780" actId="20577"/>
        <pc:sldMkLst>
          <pc:docMk/>
          <pc:sldMk cId="0" sldId="267"/>
        </pc:sldMkLst>
        <pc:spChg chg="mod">
          <ac:chgData name="Tara Tekieh" userId="39120ac8-21ed-4467-9034-2f5239109ccf" providerId="ADAL" clId="{AEFC9BA8-6972-40A7-9B70-2BBE1A8E25F8}" dt="2026-08-10T01:16:49.936" v="772" actId="1076"/>
          <ac:spMkLst>
            <pc:docMk/>
            <pc:sldMk cId="0" sldId="267"/>
            <ac:spMk id="2074" creationId="{00000000-0000-0000-0000-000000000000}"/>
          </ac:spMkLst>
        </pc:spChg>
        <pc:spChg chg="mod">
          <ac:chgData name="Tara Tekieh" userId="39120ac8-21ed-4467-9034-2f5239109ccf" providerId="ADAL" clId="{AEFC9BA8-6972-40A7-9B70-2BBE1A8E25F8}" dt="2026-08-10T01:56:01.730" v="780" actId="20577"/>
          <ac:spMkLst>
            <pc:docMk/>
            <pc:sldMk cId="0" sldId="267"/>
            <ac:spMk id="2079" creationId="{00000000-0000-0000-0000-000000000000}"/>
          </ac:spMkLst>
        </pc:spChg>
      </pc:sldChg>
    </pc:docChg>
  </pc:docChgLst>
  <pc:docChgLst>
    <pc:chgData name="Sugianto Lauw (Optus)" userId="S::sugianto.lauw@optus.com.au::ccee5eeb-6a19-42ba-97b8-8db0f3f83dcd" providerId="AD" clId="Web-{47941BC3-4B94-1D55-3569-5CA98D78CCD1}"/>
    <pc:docChg chg="modSld">
      <pc:chgData name="Sugianto Lauw (Optus)" userId="S::sugianto.lauw@optus.com.au::ccee5eeb-6a19-42ba-97b8-8db0f3f83dcd" providerId="AD" clId="Web-{47941BC3-4B94-1D55-3569-5CA98D78CCD1}" dt="2026-08-11T00:00:12.315" v="80" actId="20577"/>
      <pc:docMkLst>
        <pc:docMk/>
      </pc:docMkLst>
      <pc:sldChg chg="modSp">
        <pc:chgData name="Sugianto Lauw (Optus)" userId="S::sugianto.lauw@optus.com.au::ccee5eeb-6a19-42ba-97b8-8db0f3f83dcd" providerId="AD" clId="Web-{47941BC3-4B94-1D55-3569-5CA98D78CCD1}" dt="2026-08-11T00:00:12.315" v="80" actId="20577"/>
        <pc:sldMkLst>
          <pc:docMk/>
          <pc:sldMk cId="0" sldId="262"/>
        </pc:sldMkLst>
        <pc:spChg chg="mod">
          <ac:chgData name="Sugianto Lauw (Optus)" userId="S::sugianto.lauw@optus.com.au::ccee5eeb-6a19-42ba-97b8-8db0f3f83dcd" providerId="AD" clId="Web-{47941BC3-4B94-1D55-3569-5CA98D78CCD1}" dt="2026-08-10T23:32:55.857" v="36" actId="20577"/>
          <ac:spMkLst>
            <pc:docMk/>
            <pc:sldMk cId="0" sldId="262"/>
            <ac:spMk id="2033" creationId="{00000000-0000-0000-0000-000000000000}"/>
          </ac:spMkLst>
        </pc:spChg>
        <pc:spChg chg="mod">
          <ac:chgData name="Sugianto Lauw (Optus)" userId="S::sugianto.lauw@optus.com.au::ccee5eeb-6a19-42ba-97b8-8db0f3f83dcd" providerId="AD" clId="Web-{47941BC3-4B94-1D55-3569-5CA98D78CCD1}" dt="2026-08-11T00:00:12.315" v="80" actId="20577"/>
          <ac:spMkLst>
            <pc:docMk/>
            <pc:sldMk cId="0" sldId="262"/>
            <ac:spMk id="2039" creationId="{00000000-0000-0000-0000-000000000000}"/>
          </ac:spMkLst>
        </pc:spChg>
        <pc:spChg chg="mod">
          <ac:chgData name="Sugianto Lauw (Optus)" userId="S::sugianto.lauw@optus.com.au::ccee5eeb-6a19-42ba-97b8-8db0f3f83dcd" providerId="AD" clId="Web-{47941BC3-4B94-1D55-3569-5CA98D78CCD1}" dt="2026-08-10T23:57:47.501" v="79" actId="20577"/>
          <ac:spMkLst>
            <pc:docMk/>
            <pc:sldMk cId="0" sldId="262"/>
            <ac:spMk id="2045" creationId="{00000000-0000-0000-0000-000000000000}"/>
          </ac:spMkLst>
        </pc:spChg>
      </pc:sldChg>
    </pc:docChg>
  </pc:docChgLst>
  <pc:docChgLst>
    <pc:chgData name="Sugianto Lauw (Optus)" userId="S::sugianto.lauw@optus.com.au::ccee5eeb-6a19-42ba-97b8-8db0f3f83dcd" providerId="AD" clId="Web-{C4A75DFB-D7A3-6D49-9DA1-DD8B2AD9E6EB}"/>
    <pc:docChg chg="modSld">
      <pc:chgData name="Sugianto Lauw (Optus)" userId="S::sugianto.lauw@optus.com.au::ccee5eeb-6a19-42ba-97b8-8db0f3f83dcd" providerId="AD" clId="Web-{C4A75DFB-D7A3-6D49-9DA1-DD8B2AD9E6EB}" dt="2026-08-05T23:11:34.507" v="47" actId="20577"/>
      <pc:docMkLst>
        <pc:docMk/>
      </pc:docMkLst>
      <pc:sldChg chg="modSp">
        <pc:chgData name="Sugianto Lauw (Optus)" userId="S::sugianto.lauw@optus.com.au::ccee5eeb-6a19-42ba-97b8-8db0f3f83dcd" providerId="AD" clId="Web-{C4A75DFB-D7A3-6D49-9DA1-DD8B2AD9E6EB}" dt="2026-08-05T23:11:34.507" v="47" actId="20577"/>
        <pc:sldMkLst>
          <pc:docMk/>
          <pc:sldMk cId="0" sldId="267"/>
        </pc:sldMkLst>
        <pc:spChg chg="mod">
          <ac:chgData name="Sugianto Lauw (Optus)" userId="S::sugianto.lauw@optus.com.au::ccee5eeb-6a19-42ba-97b8-8db0f3f83dcd" providerId="AD" clId="Web-{C4A75DFB-D7A3-6D49-9DA1-DD8B2AD9E6EB}" dt="2026-08-05T23:11:15.663" v="46" actId="20577"/>
          <ac:spMkLst>
            <pc:docMk/>
            <pc:sldMk cId="0" sldId="267"/>
            <ac:spMk id="2070" creationId="{00000000-0000-0000-0000-000000000000}"/>
          </ac:spMkLst>
        </pc:spChg>
        <pc:spChg chg="mod">
          <ac:chgData name="Sugianto Lauw (Optus)" userId="S::sugianto.lauw@optus.com.au::ccee5eeb-6a19-42ba-97b8-8db0f3f83dcd" providerId="AD" clId="Web-{C4A75DFB-D7A3-6D49-9DA1-DD8B2AD9E6EB}" dt="2026-08-05T23:11:34.507" v="47" actId="20577"/>
          <ac:spMkLst>
            <pc:docMk/>
            <pc:sldMk cId="0" sldId="267"/>
            <ac:spMk id="2072" creationId="{00000000-0000-0000-0000-000000000000}"/>
          </ac:spMkLst>
        </pc:spChg>
      </pc:sldChg>
    </pc:docChg>
  </pc:docChgLst>
  <pc:docChgLst>
    <pc:chgData name="Sugianto Lauw (Optus)" userId="S::sugianto.lauw@optus.com.au::ccee5eeb-6a19-42ba-97b8-8db0f3f83dcd" providerId="AD" clId="Web-{6D6CFA03-0020-FE96-53B9-77330E10B0D9}"/>
    <pc:docChg chg="modSld">
      <pc:chgData name="Sugianto Lauw (Optus)" userId="S::sugianto.lauw@optus.com.au::ccee5eeb-6a19-42ba-97b8-8db0f3f83dcd" providerId="AD" clId="Web-{6D6CFA03-0020-FE96-53B9-77330E10B0D9}" dt="2026-08-07T00:20:19.195" v="48" actId="20577"/>
      <pc:docMkLst>
        <pc:docMk/>
      </pc:docMkLst>
      <pc:sldChg chg="modSp">
        <pc:chgData name="Sugianto Lauw (Optus)" userId="S::sugianto.lauw@optus.com.au::ccee5eeb-6a19-42ba-97b8-8db0f3f83dcd" providerId="AD" clId="Web-{6D6CFA03-0020-FE96-53B9-77330E10B0D9}" dt="2026-08-07T00:20:19.195" v="48" actId="20577"/>
        <pc:sldMkLst>
          <pc:docMk/>
          <pc:sldMk cId="0" sldId="256"/>
        </pc:sldMkLst>
        <pc:spChg chg="mod">
          <ac:chgData name="Sugianto Lauw (Optus)" userId="S::sugianto.lauw@optus.com.au::ccee5eeb-6a19-42ba-97b8-8db0f3f83dcd" providerId="AD" clId="Web-{6D6CFA03-0020-FE96-53B9-77330E10B0D9}" dt="2026-08-07T00:20:19.195" v="48" actId="20577"/>
          <ac:spMkLst>
            <pc:docMk/>
            <pc:sldMk cId="0" sldId="256"/>
            <ac:spMk id="4" creationId="{00000000-0000-0000-0000-000000000000}"/>
          </ac:spMkLst>
        </pc:spChg>
      </pc:sldChg>
      <pc:sldChg chg="modSp">
        <pc:chgData name="Sugianto Lauw (Optus)" userId="S::sugianto.lauw@optus.com.au::ccee5eeb-6a19-42ba-97b8-8db0f3f83dcd" providerId="AD" clId="Web-{6D6CFA03-0020-FE96-53B9-77330E10B0D9}" dt="2026-08-06T06:11:04.540" v="43" actId="20577"/>
        <pc:sldMkLst>
          <pc:docMk/>
          <pc:sldMk cId="0" sldId="258"/>
        </pc:sldMkLst>
        <pc:spChg chg="mod">
          <ac:chgData name="Sugianto Lauw (Optus)" userId="S::sugianto.lauw@optus.com.au::ccee5eeb-6a19-42ba-97b8-8db0f3f83dcd" providerId="AD" clId="Web-{6D6CFA03-0020-FE96-53B9-77330E10B0D9}" dt="2026-08-06T06:11:04.540" v="43" actId="20577"/>
          <ac:spMkLst>
            <pc:docMk/>
            <pc:sldMk cId="0" sldId="258"/>
            <ac:spMk id="8" creationId="{00000000-0000-0000-0000-000000000000}"/>
          </ac:spMkLst>
        </pc:spChg>
        <pc:spChg chg="mod">
          <ac:chgData name="Sugianto Lauw (Optus)" userId="S::sugianto.lauw@optus.com.au::ccee5eeb-6a19-42ba-97b8-8db0f3f83dcd" providerId="AD" clId="Web-{6D6CFA03-0020-FE96-53B9-77330E10B0D9}" dt="2026-08-06T06:10:51.619" v="39" actId="20577"/>
          <ac:spMkLst>
            <pc:docMk/>
            <pc:sldMk cId="0" sldId="258"/>
            <ac:spMk id="16" creationId="{00000000-0000-0000-0000-000000000000}"/>
          </ac:spMkLst>
        </pc:spChg>
      </pc:sldChg>
      <pc:sldChg chg="modSp">
        <pc:chgData name="Sugianto Lauw (Optus)" userId="S::sugianto.lauw@optus.com.au::ccee5eeb-6a19-42ba-97b8-8db0f3f83dcd" providerId="AD" clId="Web-{6D6CFA03-0020-FE96-53B9-77330E10B0D9}" dt="2026-08-06T06:11:48.275" v="46" actId="20577"/>
        <pc:sldMkLst>
          <pc:docMk/>
          <pc:sldMk cId="0" sldId="260"/>
        </pc:sldMkLst>
        <pc:spChg chg="mod">
          <ac:chgData name="Sugianto Lauw (Optus)" userId="S::sugianto.lauw@optus.com.au::ccee5eeb-6a19-42ba-97b8-8db0f3f83dcd" providerId="AD" clId="Web-{6D6CFA03-0020-FE96-53B9-77330E10B0D9}" dt="2026-08-06T06:11:48.275" v="46" actId="20577"/>
          <ac:spMkLst>
            <pc:docMk/>
            <pc:sldMk cId="0" sldId="260"/>
            <ac:spMk id="2013" creationId="{00000000-0000-0000-0000-000000000000}"/>
          </ac:spMkLst>
        </pc:spChg>
      </pc:sldChg>
      <pc:sldChg chg="modSp">
        <pc:chgData name="Sugianto Lauw (Optus)" userId="S::sugianto.lauw@optus.com.au::ccee5eeb-6a19-42ba-97b8-8db0f3f83dcd" providerId="AD" clId="Web-{6D6CFA03-0020-FE96-53B9-77330E10B0D9}" dt="2026-08-06T01:03:20.811" v="35" actId="20577"/>
        <pc:sldMkLst>
          <pc:docMk/>
          <pc:sldMk cId="0" sldId="265"/>
        </pc:sldMkLst>
        <pc:spChg chg="mod">
          <ac:chgData name="Sugianto Lauw (Optus)" userId="S::sugianto.lauw@optus.com.au::ccee5eeb-6a19-42ba-97b8-8db0f3f83dcd" providerId="AD" clId="Web-{6D6CFA03-0020-FE96-53B9-77330E10B0D9}" dt="2026-08-06T01:03:20.811" v="35" actId="20577"/>
          <ac:spMkLst>
            <pc:docMk/>
            <pc:sldMk cId="0" sldId="265"/>
            <ac:spMk id="9" creationId="{00000000-0000-0000-0000-000000000000}"/>
          </ac:spMkLst>
        </pc:spChg>
        <pc:spChg chg="mod">
          <ac:chgData name="Sugianto Lauw (Optus)" userId="S::sugianto.lauw@optus.com.au::ccee5eeb-6a19-42ba-97b8-8db0f3f83dcd" providerId="AD" clId="Web-{6D6CFA03-0020-FE96-53B9-77330E10B0D9}" dt="2026-08-06T01:03:07.607" v="29" actId="20577"/>
          <ac:spMkLst>
            <pc:docMk/>
            <pc:sldMk cId="0" sldId="265"/>
            <ac:spMk id="15" creationId="{00000000-0000-0000-0000-000000000000}"/>
          </ac:spMkLst>
        </pc:spChg>
      </pc:sldChg>
      <pc:sldChg chg="modSp">
        <pc:chgData name="Sugianto Lauw (Optus)" userId="S::sugianto.lauw@optus.com.au::ccee5eeb-6a19-42ba-97b8-8db0f3f83dcd" providerId="AD" clId="Web-{6D6CFA03-0020-FE96-53B9-77330E10B0D9}" dt="2026-08-06T00:54:10.816" v="26" actId="20577"/>
        <pc:sldMkLst>
          <pc:docMk/>
          <pc:sldMk cId="0" sldId="267"/>
        </pc:sldMkLst>
        <pc:spChg chg="mod">
          <ac:chgData name="Sugianto Lauw (Optus)" userId="S::sugianto.lauw@optus.com.au::ccee5eeb-6a19-42ba-97b8-8db0f3f83dcd" providerId="AD" clId="Web-{6D6CFA03-0020-FE96-53B9-77330E10B0D9}" dt="2026-08-06T00:54:10.816" v="26" actId="20577"/>
          <ac:spMkLst>
            <pc:docMk/>
            <pc:sldMk cId="0" sldId="267"/>
            <ac:spMk id="2070" creationId="{00000000-0000-0000-0000-000000000000}"/>
          </ac:spMkLst>
        </pc:spChg>
        <pc:spChg chg="mod">
          <ac:chgData name="Sugianto Lauw (Optus)" userId="S::sugianto.lauw@optus.com.au::ccee5eeb-6a19-42ba-97b8-8db0f3f83dcd" providerId="AD" clId="Web-{6D6CFA03-0020-FE96-53B9-77330E10B0D9}" dt="2026-08-06T00:52:06.830" v="24" actId="20577"/>
          <ac:spMkLst>
            <pc:docMk/>
            <pc:sldMk cId="0" sldId="267"/>
            <ac:spMk id="2079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2F9C7C-7A40-824D-BBE7-9C4E3A34CABA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D06944-25E6-D048-8E0D-A65778ACD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47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Opening: Keep this brief - 30 seconds max. "Thank you for making time, Rowena. We're the Data Analytics &amp; Reporting Team - DART - Internal Audit's specialist data and AI capability. Over the next 30 minutes we'll walk you through who we are, what we've delivered, and where we're heading."</a:t>
            </a:r>
            <a:br/>
            <a:br/>
            <a:r>
              <a:t>Key message: DART exists to make IA's audit work faster, deeper and more scalable through analytics, automation and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this to set expectations and offer Rowena the choice to deep-dive or stay high-level. "We've structured this around nine areas - happy to spend more time on anything that's most relevant to your priorities."</a:t>
            </a:r>
            <a:br/>
            <a:br/>
            <a:r>
              <a:t>Tip: Watch for which items she leans into - that tells you what matters most to 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pillars to land:</a:t>
            </a:r>
            <a:br/>
            <a:r>
              <a:t>1. Data reach - we have governed, direct access to enterprise data (not file extracts). This is the foundation everything else is built on.</a:t>
            </a:r>
            <a:br/>
            <a:r>
              <a:t>2. Sandpit - our own governed analytics environment where we build, test and productise. Explain: "think of it as our R&amp;D lab with production-grade governance."</a:t>
            </a:r>
            <a:br/>
            <a:r>
              <a:t>3. Operating model - we're embedded in the audit lifecycle, not a side project.</a:t>
            </a:r>
            <a:br/>
            <a:br/>
            <a:r>
              <a:t>If she asks "how did you get this access?": we navigated Privacy, Legal, Data Governance, Architecture and multiple review boards. We earn access through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yourselves - keep it personal but crisp (60 seconds each max).</a:t>
            </a:r>
            <a:br/>
            <a:br/>
            <a:r>
              <a:t>Sugi: Lead with "I lead DART" then background (production AI/ML at a media company - recommendation systems, computer vision). Then pivot to what you've built here: GenAI-ready infrastructure, first Databricks LLM access in Optus for audit. Close with enterprise reach.</a:t>
            </a:r>
            <a:br/>
            <a:br/>
            <a:r>
              <a:t>Tara: Lead with computational neuroscience background, then fraud-detection specialty. Emphasise she builds things that get handed to the business (Name-Check tool). Close with her breadth - ML, NLP, AI applied to investigations.</a:t>
            </a:r>
            <a:br/>
            <a:br/>
            <a:r>
              <a:t>Anticipate: "Just the two of you?" Answer: "Yes - and that's both our strength and a scaling challenge we'll address later in this session." This sets up the Challenges slide.</a:t>
            </a: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D06944-25E6-D048-8E0D-A65778ACD8A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8705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your strategy slide - own it with confidence. You authored this roadmap.</a:t>
            </a:r>
            <a:br/>
            <a:br/>
            <a:r>
              <a:t>Land the maturity journey:</a:t>
            </a:r>
            <a:br/>
            <a:r>
              <a:t>- Green (available today): descriptive and diagnostic analytics - full-population testing, exception analysis, anomaly detection. This is where most of our current wins sit.</a:t>
            </a:r>
            <a:br/>
            <a:r>
              <a:t>- Gold (being developed): predictive and AI-assisted - autonomous testing, LLM-powered analysis. We have working prototypes.</a:t>
            </a:r>
            <a:br/>
            <a:r>
              <a:t>- Purple (longer-term): AI-native audit - continuous, predictive, fully autonomous with human oversight.</a:t>
            </a:r>
            <a:br/>
            <a:br/>
            <a:r>
              <a:t>The subtitle says it: "From ad-hoc analytics to AI-native audit - to protect the business and detect threats early."</a:t>
            </a:r>
            <a:br/>
            <a:br/>
            <a:r>
              <a:t>If she challenges "isn't AI-native aspirational?": "Our wins prove we're not just talking - production LLM access, sub-day full-population testing, productised fraud tooling. The vision is earned, not aspirational."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capability domains:</a:t>
            </a:r>
            <a:br/>
            <a:br/>
            <a:r>
              <a:t>1. Audit analytics: full-population testing, exception/anomaly detection, continuous auditing. This is the bread and butter.</a:t>
            </a:r>
            <a:br/>
            <a:r>
              <a:t>2. Fraud analytics: employee fraud detection, behavioural analytics, access monitoring. Tara's specialty.</a:t>
            </a:r>
            <a:br/>
            <a:r>
              <a:t>3. IA team upskilling: we don't just do analytics for the team - we teach them to fish. This multiplies our reach.</a:t>
            </a:r>
            <a:br/>
            <a:br/>
            <a:r>
              <a:t>Key differentiator to land: "We test the whole population, not a sample. That means completeness is assured, not estimated."</a:t>
            </a:r>
            <a:br/>
            <a:br/>
            <a:r>
              <a:t>If she probes completeness: "We query source data in place on the governed platform, reconcile control totals, and contrast with the old model where the business chose what to send us." Walk through T&amp;E ExCo as a worked example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shows the before/after of how DART changed IA's data model.</a:t>
            </a:r>
            <a:br/>
            <a:br/>
            <a:r>
              <a:t>Old model: request data extracts from the business, wait days/weeks, receive what they choose to send, no completeness guarantee.</a:t>
            </a:r>
            <a:br/>
            <a:r>
              <a:t>DART model: governed direct access to source data, full-population in hours, auditable and reproducible.</a:t>
            </a:r>
            <a:br/>
            <a:br/>
            <a:r>
              <a:t>The analytics life cycle chevrons (Business question → Data acquisition → Analytics → Insights → Action &amp; monitoring) show we follow a structured methodology, not ad-hoc exploration.</a:t>
            </a:r>
            <a:br/>
            <a:br/>
            <a:r>
              <a:t>If she asks about governance: "Everything runs on UDP/Databricks with Unity Catalog governance. Every query is logged, access is purpose-bound to audit engagements, and we cleared multiple governance boards to get here."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your evidence slide. Let the numbers do the talking.</a:t>
            </a:r>
            <a:br/>
            <a:br/>
            <a:r>
              <a:t>Hit the headline for each card:</a:t>
            </a:r>
            <a:br/>
            <a:r>
              <a:t>- MFA: 15.8M records analysed - regulatory risk exposed</a:t>
            </a:r>
            <a:br/>
            <a:r>
              <a:t>- LLM/CX: 280K call transcripts - first LLM access at Optus for audit, partnered across Privacy, Legal, Data Governance &amp; multiple boards</a:t>
            </a:r>
            <a:br/>
            <a:r>
              <a:t>- T&amp;E ExCo: 152,921 records across 16 months, completed in under a day</a:t>
            </a:r>
            <a:br/>
            <a:r>
              <a:t>- GST (in progress): 2.7M+ transactions, $209M+ revenue, surfaced ~$107K/yr leakage, reproducible quarterly in an hour</a:t>
            </a:r>
            <a:br/>
            <a:r>
              <a:t>- Name-Check: handed over to the business - productised analytics</a:t>
            </a:r>
            <a:br/>
            <a:r>
              <a:t>- Probity: automated a manual FRM process</a:t>
            </a:r>
            <a:br/>
            <a:br/>
            <a:r>
              <a:t>Key numbers to know cold: 15.8M (MFA), 280K (CX), 152,921 (T&amp;E), 2.7M/$209M (GST).</a:t>
            </a:r>
            <a:br/>
            <a:br/>
            <a:r>
              <a:t>If she probes GST findings: "These are interim findings - the engagement is live. We're validating with the business."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makes DART tangible - it's not theory, it's a catalogue of repeatable capabilities.</a:t>
            </a:r>
            <a:br/>
            <a:br/>
            <a:r>
              <a:t>Walk through the five domains briefly:</a:t>
            </a:r>
            <a:br/>
            <a:r>
              <a:t>- Compliance &amp; Controls: MFA, GST Governance</a:t>
            </a:r>
            <a:br/>
            <a:r>
              <a:t>- Fraud &amp; Integrity: Similarity Name-Check, FRM Probity Automation</a:t>
            </a:r>
            <a:br/>
            <a:r>
              <a:t>- Financial: T&amp;E ExCo, Normal T&amp;E, NBN Settlement</a:t>
            </a:r>
            <a:br/>
            <a:r>
              <a:t>- Operations: Network Inventory Management</a:t>
            </a:r>
            <a:br/>
            <a:r>
              <a:t>- AI/NLP: CX/LLM Evaluation</a:t>
            </a:r>
            <a:br/>
            <a:br/>
            <a:r>
              <a:t>Key message: "These aren't one-off analyses. They're productised, repeatable frameworks - some rerun quarterly in under an hour."</a:t>
            </a:r>
            <a:br/>
            <a:br/>
            <a:r>
              <a:t>If she asks "which are most mature?": MFA, T&amp;E and Name-Check are fully productised. GST is in-progress but already demonstrating scale. CX/LLM is capability-ready, waiting for audit to resume.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shows DART isn't a standalone tool - it's built on enterprise-grade infrastructure.</a:t>
            </a:r>
            <a:br/>
            <a:br/>
            <a:r>
              <a:t>Key platforms: Databricks (our compute and AI engine), YesGPT (enterprise GenAI), Skills &amp; Agents (automation), Jira/Confluence (our project management and knowledge base).</a:t>
            </a:r>
            <a:br/>
            <a:br/>
            <a:r>
              <a:t>Frame as: "I architected and secured this platform for IA - it's governed, scalable, and positions us to scale GenAI into everyday audit work."</a:t>
            </a:r>
            <a:br/>
            <a:br/>
            <a:r>
              <a:t>Sandpit: "Our own private analytics environment is coming - this gives audit teams self-service capability while maintaining governance."</a:t>
            </a:r>
            <a:br/>
            <a:br/>
            <a:r>
              <a:t>If she asks about costs: be ready with a rough indication of platform costs and how they compare to the value delivered (e.g. GST alone found $107K/yr leakage).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embedding story - showing Rowena that DART isn't a side project but a structural part of how IA operates.</a:t>
            </a:r>
            <a:br/>
            <a:br/>
            <a:r>
              <a:t>Key points:</a:t>
            </a:r>
            <a:br/>
            <a:r>
              <a:t>- Engagement starts at planning: audit teams complete a DART Assessment Form so we assess early whether analytics can add value</a:t>
            </a:r>
            <a:br/>
            <a:r>
              <a:t>- We support through fieldwork: full-population testing, exception analysis, fraud detection</a:t>
            </a:r>
            <a:br/>
            <a:r>
              <a:t>- We feed into reporting: auto-generated workpapers, quantified findings</a:t>
            </a:r>
            <a:br/>
            <a:r>
              <a:t>- We enable continuous assurance: reusable frameworks that keep running after the audit closes</a:t>
            </a:r>
            <a:br/>
            <a:br/>
            <a:r>
              <a:t>If she asks "what % of audits engage DART?": be honest about current coverage and frame the adoption gap as something her sponsorship can accelerate (ties to Challenges slide).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warmly: "Thank you for your time, Rowena. We're genuinely excited about where IA can go with the right leadership sponsorship. Happy to deep-dive on anything we've covered, or answer any questions."</a:t>
            </a:r>
            <a:br/>
            <a:br/>
            <a:r>
              <a:t>Have ready: a one-page summary of DART's wins and asks (leave-behind), and be prepared for her to circle back to the Challenges slide - that's where the real conversation will happen.</a:t>
            </a:r>
            <a:br/>
            <a:br/>
            <a:r>
              <a:t>Watch for: what she responds to most strongly. If it's the wins, she values evidence. If it's the pipeline, she's forward-looking. If it's the challenges, she's operationally minded. Adapt your follow-up accordingly.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forward-looking slide - what we're building next.</a:t>
            </a:r>
            <a:br/>
            <a:br/>
            <a:r>
              <a:t>Three lanes, clearly distinguished by maturity:</a:t>
            </a:r>
            <a:br/>
            <a:r>
              <a:t>- Being developed (gold): AI-assisted audit testing (autonomous agents, LLM-powered analysis, assurance over AI) and Continuous auditing (always-on monitoring)</a:t>
            </a:r>
            <a:br/>
            <a:r>
              <a:t>- Longer-term (purple): Predictive risk indicators (flag risks before they materialise)</a:t>
            </a:r>
            <a:br/>
            <a:br/>
            <a:r>
              <a:t>Key message: "The AI-native vision from the strategy slide isn't just aspiration - here's what we're actively building. The autonomous testing agent is already prototyping on Databricks."</a:t>
            </a:r>
            <a:br/>
            <a:br/>
            <a:r>
              <a:t>Human-in-the-loop: emphasise this proactively. "The agent accelerates; the auditor evaluates and owns the conclusion. We measure the AI, not just use it."</a:t>
            </a:r>
            <a:br/>
            <a:br/>
            <a:r>
              <a:t>If she asks about assurance over AI: "This is a unique position - we're one of the few IA functions that can actually evaluate AI systems technically, not just check governance paperwork."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this positively: "We're transparent about constraints because each one has a clear path to resolution - with the right sponsorship."</a:t>
            </a:r>
            <a:br/>
            <a:br/>
            <a:r>
              <a:t>Four challenges:</a:t>
            </a:r>
            <a:br/>
            <a:r>
              <a:t>1. Innovation vs delivery: We're productising to create leverage, but need protected capacity and a dedicated budget to keep building the engine, not just running it.</a:t>
            </a:r>
            <a:br/>
            <a:r>
              <a:t>2. Talent retention &amp; market competitiveness: Data/AI talent commands a market premium. We need market-aligned specialist remuneration and a visible career pathway to retain and attract.</a:t>
            </a:r>
            <a:br/>
            <a:r>
              <a:t>3. Adoption gap: We've built the intake process and tools, but need top-down expectation that analytics-first is the default, not optional.</a:t>
            </a:r>
            <a:br/>
            <a:r>
              <a:t>4. Mandate &amp; prioritisation: We're proving value organically - but explicit CAE-level prioritisation of which audits must engage DART would shift adoption from pull to push.</a:t>
            </a:r>
            <a:br/>
            <a:br/>
            <a:r>
              <a:t>Tone: momentum and capability ready to scale. Not dependency or complaint.</a:t>
            </a:r>
            <a:br/>
            <a:br/>
            <a:r>
              <a:t>If she pushes back on remuneration: "This is about the function's ability to compete for specialist talent. The market for data/AI skills is 20-40% above generalist audit bands. If we want to retain and grow this capability, the structure needs to reflect that."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your close. Four clear asks, each requiring CAE-level authority:</a:t>
            </a:r>
            <a:br/>
            <a:br/>
            <a:r>
              <a:t>1. Protected capacity &amp; dedicated budget: "Ring-fence innovation time and establish a dedicated DART budget - platform, compute, training, surge capacity."</a:t>
            </a:r>
            <a:br/>
            <a:r>
              <a:t>2. Analytics-first mandate: "Explicit direction on which audits must engage DART. Shift from optional to expected."</a:t>
            </a:r>
            <a:br/>
            <a:r>
              <a:t>3. Talent investment &amp; career pathway: "Market-aligned compensation and a visible technical leadership pathway within IA."</a:t>
            </a:r>
            <a:br/>
            <a:r>
              <a:t>4. Strategic sponsorship: "Champion DART's value at ExCo and Board level. Position IA as data &amp; AI-forward."</a:t>
            </a:r>
            <a:br/>
            <a:br/>
            <a:r>
              <a:t>Frame as: "These four things would accelerate what's already working. DART is delivering - these asks are about scaling that delivery."</a:t>
            </a:r>
            <a:br/>
            <a:br/>
            <a:r>
              <a:t>Close with: "We're excited to have you leading IA and want to support your vision. How can we best align DART's roadmap to your priorities?"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8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ingteloptus.sharepoint.com/sites/dept_brand/Pages/Templates.aspx" TargetMode="Externa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Teal No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849AF26F-3B56-414F-8735-6B89D0B4C2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96459" y="-4201884"/>
            <a:ext cx="17868225" cy="1425825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44CBD7B-6924-8441-A258-6DD16FD94D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91079" y="6427572"/>
            <a:ext cx="939176" cy="184152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Jade No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124FC3-3E22-D74B-8FD6-C8D589A977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96459" y="-4201884"/>
            <a:ext cx="17868225" cy="142582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613C7E-7C81-6F4F-8709-C25F2388569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91079" y="6427572"/>
            <a:ext cx="939176" cy="18415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98913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Yellow No Tex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58C6732F-593D-A649-87C6-2A59C29EB9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96459" y="-4201884"/>
            <a:ext cx="17868225" cy="1425825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795867C-EA32-684C-86D4-B8D3583C03E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91079" y="6427572"/>
            <a:ext cx="939176" cy="184152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Tea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D1B56034-B5D1-F049-8B37-CCAAE2F79C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37" t="44590" r="20373" b="33988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58774" y="2276922"/>
            <a:ext cx="7108825" cy="994517"/>
          </a:xfrm>
        </p:spPr>
        <p:txBody>
          <a:bodyPr anchor="b"/>
          <a:lstStyle>
            <a:lvl1pPr algn="l"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Presentation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58775" y="3313343"/>
            <a:ext cx="6026400" cy="515708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Subheading Goes Here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358775" y="3813049"/>
            <a:ext cx="6026400" cy="282701"/>
          </a:xfrm>
        </p:spPr>
        <p:txBody>
          <a:bodyPr/>
          <a:lstStyle>
            <a:lvl1pPr marL="0" indent="0"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 Month Year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32D9D0-1762-1A42-89C4-D672F1DE221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5201" y="6029700"/>
            <a:ext cx="2279647" cy="8886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Slide Tea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9F990EE-441C-9E4F-8FCB-F329816610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37" t="44590" r="20374" b="33988"/>
          <a:stretch/>
        </p:blipFill>
        <p:spPr>
          <a:xfrm>
            <a:off x="-1" y="1"/>
            <a:ext cx="1219200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58774" y="2276922"/>
            <a:ext cx="7108825" cy="994517"/>
          </a:xfrm>
        </p:spPr>
        <p:txBody>
          <a:bodyPr anchor="b"/>
          <a:lstStyle>
            <a:lvl1pPr algn="l"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Presentation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58775" y="3313343"/>
            <a:ext cx="6026400" cy="515708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Subheading Goes Here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358775" y="3813049"/>
            <a:ext cx="6026400" cy="282701"/>
          </a:xfrm>
        </p:spPr>
        <p:txBody>
          <a:bodyPr/>
          <a:lstStyle>
            <a:lvl1pPr marL="0" indent="0"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 Month Year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D76042-1C8D-224B-BEF3-43031108179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5201" y="6029700"/>
            <a:ext cx="2279647" cy="888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686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Yellow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C97CA81-284C-4D4F-A3ED-A401CA2856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36" t="44590" r="20374" b="33988"/>
          <a:stretch/>
        </p:blipFill>
        <p:spPr>
          <a:xfrm>
            <a:off x="0" y="1"/>
            <a:ext cx="12191999" cy="685800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79BFFB85-F22B-DE42-9634-8A412B16E59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8774" y="2276922"/>
            <a:ext cx="7108825" cy="994517"/>
          </a:xfrm>
        </p:spPr>
        <p:txBody>
          <a:bodyPr anchor="b"/>
          <a:lstStyle>
            <a:lvl1pPr algn="l"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Presentation Title Here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7E2F9751-9F7B-F544-A99F-1DC33F3A54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58775" y="3313343"/>
            <a:ext cx="6026400" cy="515708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Subheading Goes Here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A988B06A-93EA-994C-9710-18EDC70C113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8775" y="3813049"/>
            <a:ext cx="6026400" cy="282701"/>
          </a:xfrm>
        </p:spPr>
        <p:txBody>
          <a:bodyPr/>
          <a:lstStyle>
            <a:lvl1pPr marL="0" indent="0"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 Month Year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AF0398-C791-F441-B586-40B9B73FAEF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5200" y="6029700"/>
            <a:ext cx="2279650" cy="8886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 - Large Fo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1A7404E-7900-C445-A741-B0377E592B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775" y="2282442"/>
            <a:ext cx="11461750" cy="2293116"/>
          </a:xfrm>
        </p:spPr>
        <p:txBody>
          <a:bodyPr anchor="t"/>
          <a:lstStyle>
            <a:lvl1pPr>
              <a:lnSpc>
                <a:spcPct val="85000"/>
              </a:lnSpc>
              <a:defRPr sz="9500">
                <a:solidFill>
                  <a:schemeClr val="accent2"/>
                </a:solidFill>
              </a:defRPr>
            </a:lvl1pPr>
          </a:lstStyle>
          <a:p>
            <a:r>
              <a:rPr lang="en-US"/>
              <a:t>Second line</a:t>
            </a:r>
            <a:br>
              <a:rPr lang="en-US"/>
            </a:br>
            <a:r>
              <a:rPr lang="en-US"/>
              <a:t>can be yellow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Teal - Large Fo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CD06D4-F814-184B-887A-F158EBEFD8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91079" y="6427572"/>
            <a:ext cx="939176" cy="184152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94A1EDC-B058-E642-B9D6-68CF107685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775" y="2282442"/>
            <a:ext cx="11461750" cy="2293116"/>
          </a:xfrm>
        </p:spPr>
        <p:txBody>
          <a:bodyPr anchor="t"/>
          <a:lstStyle>
            <a:lvl1pPr>
              <a:lnSpc>
                <a:spcPct val="85000"/>
              </a:lnSpc>
              <a:defRPr sz="9500">
                <a:solidFill>
                  <a:schemeClr val="bg1"/>
                </a:solidFill>
              </a:defRPr>
            </a:lvl1pPr>
          </a:lstStyle>
          <a:p>
            <a:r>
              <a:rPr lang="en-US"/>
              <a:t>Second line</a:t>
            </a:r>
            <a:br>
              <a:rPr lang="en-US"/>
            </a:br>
            <a:r>
              <a:rPr lang="en-US"/>
              <a:t>can be yellow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Yellow - Large Fo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64970E-5D0C-EE4F-9CD6-96A57F6B81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91079" y="6427572"/>
            <a:ext cx="939176" cy="184152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87A4351-BFB2-B248-91EF-4F692386D9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775" y="2282442"/>
            <a:ext cx="11461750" cy="2293116"/>
          </a:xfrm>
        </p:spPr>
        <p:txBody>
          <a:bodyPr anchor="t"/>
          <a:lstStyle>
            <a:lvl1pPr>
              <a:lnSpc>
                <a:spcPct val="85000"/>
              </a:lnSpc>
              <a:defRPr sz="9500">
                <a:solidFill>
                  <a:schemeClr val="accent2"/>
                </a:solidFill>
              </a:defRPr>
            </a:lvl1pPr>
          </a:lstStyle>
          <a:p>
            <a:r>
              <a:rPr lang="en-US"/>
              <a:t>Second line</a:t>
            </a:r>
            <a:br>
              <a:rPr lang="en-US"/>
            </a:br>
            <a:r>
              <a:rPr lang="en-US"/>
              <a:t>can be white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Berry - Large Fo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F4618B-952F-8F41-89AF-EACB0E16A7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91079" y="6427572"/>
            <a:ext cx="939176" cy="184152"/>
          </a:xfrm>
          <a:prstGeom prst="rect">
            <a:avLst/>
          </a:prstGeom>
          <a:noFill/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4214C45-997F-DF49-8142-F03652F308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775" y="2282442"/>
            <a:ext cx="11461750" cy="2293116"/>
          </a:xfrm>
        </p:spPr>
        <p:txBody>
          <a:bodyPr anchor="t"/>
          <a:lstStyle>
            <a:lvl1pPr>
              <a:lnSpc>
                <a:spcPct val="85000"/>
              </a:lnSpc>
              <a:defRPr sz="9500">
                <a:solidFill>
                  <a:schemeClr val="bg1"/>
                </a:solidFill>
              </a:defRPr>
            </a:lvl1pPr>
          </a:lstStyle>
          <a:p>
            <a:r>
              <a:rPr lang="en-US"/>
              <a:t>Second line</a:t>
            </a:r>
            <a:br>
              <a:rPr lang="en-US"/>
            </a:br>
            <a:r>
              <a:rPr lang="en-US"/>
              <a:t>can be teal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 - Small Fo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5125" y="2780708"/>
            <a:ext cx="11461750" cy="1296583"/>
          </a:xfrm>
        </p:spPr>
        <p:txBody>
          <a:bodyPr anchor="t"/>
          <a:lstStyle>
            <a:lvl1pPr>
              <a:lnSpc>
                <a:spcPct val="85000"/>
              </a:lnSpc>
              <a:defRPr sz="5500"/>
            </a:lvl1pPr>
          </a:lstStyle>
          <a:p>
            <a:r>
              <a:rPr lang="en-US"/>
              <a:t>Divider for a </a:t>
            </a:r>
            <a:br>
              <a:rPr lang="en-US"/>
            </a:br>
            <a:r>
              <a:rPr lang="en-US"/>
              <a:t>longer bold heading</a:t>
            </a:r>
          </a:p>
        </p:txBody>
      </p:sp>
      <p:sp>
        <p:nvSpPr>
          <p:cNvPr id="6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Teal - Small Fo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0053ED-540E-3B4C-9203-963F26D9FE8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91079" y="6427572"/>
            <a:ext cx="939176" cy="184152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545073F2-37AC-E948-9A96-EDAFF6B341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5" y="2780708"/>
            <a:ext cx="11461750" cy="1296583"/>
          </a:xfrm>
        </p:spPr>
        <p:txBody>
          <a:bodyPr anchor="t"/>
          <a:lstStyle>
            <a:lvl1pPr>
              <a:lnSpc>
                <a:spcPct val="85000"/>
              </a:lnSpc>
              <a:defRPr sz="550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for a </a:t>
            </a:r>
            <a:br>
              <a:rPr lang="en-US"/>
            </a:br>
            <a:r>
              <a:rPr lang="en-US"/>
              <a:t>longer bold heading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Yellow - Small Fo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1FFB4D-8ECC-4648-A43B-A1193FD6F5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91079" y="6427572"/>
            <a:ext cx="939176" cy="184152"/>
          </a:xfrm>
          <a:prstGeom prst="rect">
            <a:avLst/>
          </a:prstGeom>
          <a:noFill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A703B3A-2389-EA4C-9CE3-2BDE8C506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5" y="2780708"/>
            <a:ext cx="11461750" cy="1296583"/>
          </a:xfrm>
        </p:spPr>
        <p:txBody>
          <a:bodyPr anchor="t"/>
          <a:lstStyle>
            <a:lvl1pPr>
              <a:lnSpc>
                <a:spcPct val="85000"/>
              </a:lnSpc>
              <a:defRPr sz="5500"/>
            </a:lvl1pPr>
          </a:lstStyle>
          <a:p>
            <a:r>
              <a:rPr lang="en-US"/>
              <a:t>Divider for a </a:t>
            </a:r>
            <a:br>
              <a:rPr lang="en-US"/>
            </a:br>
            <a:r>
              <a:rPr lang="en-US"/>
              <a:t>longer bold heading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Berry - Small Fo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4D4298-DF9F-684A-B0DF-3FB2C94E92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91079" y="6427572"/>
            <a:ext cx="939176" cy="184152"/>
          </a:xfrm>
          <a:prstGeom prst="rect">
            <a:avLst/>
          </a:prstGeom>
          <a:noFill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CDCD4FC-3C10-C843-8BBC-29F3841D5F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5" y="2780708"/>
            <a:ext cx="11461750" cy="1296583"/>
          </a:xfrm>
        </p:spPr>
        <p:txBody>
          <a:bodyPr anchor="t"/>
          <a:lstStyle>
            <a:lvl1pPr>
              <a:lnSpc>
                <a:spcPct val="85000"/>
              </a:lnSpc>
              <a:defRPr sz="550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for a </a:t>
            </a:r>
            <a:br>
              <a:rPr lang="en-US"/>
            </a:br>
            <a:r>
              <a:rPr lang="en-US"/>
              <a:t>longer bold heading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genda Tea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8775" y="2984252"/>
            <a:ext cx="3540125" cy="695325"/>
          </a:xfrm>
        </p:spPr>
        <p:txBody>
          <a:bodyPr/>
          <a:lstStyle>
            <a:lvl1pPr>
              <a:defRPr sz="55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5263811" y="695581"/>
            <a:ext cx="2659062" cy="446870"/>
          </a:xfrm>
        </p:spPr>
        <p:txBody>
          <a:bodyPr anchor="t"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tabLst/>
              <a:defRPr sz="20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Agenda item 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 hasCustomPrompt="1"/>
          </p:nvPr>
        </p:nvSpPr>
        <p:spPr>
          <a:xfrm>
            <a:off x="3905230" y="470603"/>
            <a:ext cx="936150" cy="751819"/>
          </a:xfrm>
        </p:spPr>
        <p:txBody>
          <a:bodyPr/>
          <a:lstStyle>
            <a:lvl1pPr marL="0" indent="0" algn="r">
              <a:buFontTx/>
              <a:buNone/>
              <a:defRPr sz="6000">
                <a:solidFill>
                  <a:schemeClr val="accent3"/>
                </a:solidFill>
                <a:latin typeface="+mj-lt"/>
              </a:defRPr>
            </a:lvl1pPr>
            <a:lvl2pPr>
              <a:defRPr sz="5400">
                <a:solidFill>
                  <a:schemeClr val="accent3"/>
                </a:solidFill>
                <a:latin typeface="+mj-lt"/>
              </a:defRPr>
            </a:lvl2pPr>
            <a:lvl3pPr>
              <a:defRPr sz="4400">
                <a:solidFill>
                  <a:schemeClr val="accent3"/>
                </a:solidFill>
                <a:latin typeface="+mj-lt"/>
              </a:defRPr>
            </a:lvl3pPr>
            <a:lvl4pPr>
              <a:defRPr sz="4400">
                <a:solidFill>
                  <a:schemeClr val="accent3"/>
                </a:solidFill>
                <a:latin typeface="+mj-lt"/>
              </a:defRPr>
            </a:lvl4pPr>
            <a:lvl5pPr>
              <a:defRPr sz="4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10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5263811" y="1861242"/>
            <a:ext cx="2659062" cy="446870"/>
          </a:xfrm>
        </p:spPr>
        <p:txBody>
          <a:bodyPr anchor="t"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tabLst/>
              <a:defRPr sz="20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Agenda item 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905230" y="1630114"/>
            <a:ext cx="936150" cy="751819"/>
          </a:xfrm>
        </p:spPr>
        <p:txBody>
          <a:bodyPr/>
          <a:lstStyle>
            <a:lvl1pPr marL="0" indent="0" algn="r">
              <a:buFontTx/>
              <a:buNone/>
              <a:defRPr sz="6000">
                <a:solidFill>
                  <a:schemeClr val="accent3"/>
                </a:solidFill>
                <a:latin typeface="+mj-lt"/>
              </a:defRPr>
            </a:lvl1pPr>
            <a:lvl2pPr>
              <a:defRPr sz="5400">
                <a:solidFill>
                  <a:schemeClr val="accent3"/>
                </a:solidFill>
                <a:latin typeface="+mj-lt"/>
              </a:defRPr>
            </a:lvl2pPr>
            <a:lvl3pPr>
              <a:defRPr sz="4400">
                <a:solidFill>
                  <a:schemeClr val="accent3"/>
                </a:solidFill>
                <a:latin typeface="+mj-lt"/>
              </a:defRPr>
            </a:lvl3pPr>
            <a:lvl4pPr>
              <a:defRPr sz="4400">
                <a:solidFill>
                  <a:schemeClr val="accent3"/>
                </a:solidFill>
                <a:latin typeface="+mj-lt"/>
              </a:defRPr>
            </a:lvl4pPr>
            <a:lvl5pPr>
              <a:defRPr sz="4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sz="quarter" idx="19" hasCustomPrompt="1"/>
          </p:nvPr>
        </p:nvSpPr>
        <p:spPr>
          <a:xfrm>
            <a:off x="5263811" y="3026903"/>
            <a:ext cx="2659062" cy="446870"/>
          </a:xfrm>
        </p:spPr>
        <p:txBody>
          <a:bodyPr anchor="t"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tabLst/>
              <a:defRPr sz="20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Agenda item 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3905230" y="2789625"/>
            <a:ext cx="936150" cy="751819"/>
          </a:xfrm>
        </p:spPr>
        <p:txBody>
          <a:bodyPr/>
          <a:lstStyle>
            <a:lvl1pPr marL="0" indent="0" algn="r">
              <a:buFontTx/>
              <a:buNone/>
              <a:defRPr sz="6000">
                <a:solidFill>
                  <a:schemeClr val="accent3"/>
                </a:solidFill>
                <a:latin typeface="+mj-lt"/>
              </a:defRPr>
            </a:lvl1pPr>
            <a:lvl2pPr>
              <a:defRPr sz="5400">
                <a:solidFill>
                  <a:schemeClr val="accent3"/>
                </a:solidFill>
                <a:latin typeface="+mj-lt"/>
              </a:defRPr>
            </a:lvl2pPr>
            <a:lvl3pPr>
              <a:defRPr sz="4400">
                <a:solidFill>
                  <a:schemeClr val="accent3"/>
                </a:solidFill>
                <a:latin typeface="+mj-lt"/>
              </a:defRPr>
            </a:lvl3pPr>
            <a:lvl4pPr>
              <a:defRPr sz="4400">
                <a:solidFill>
                  <a:schemeClr val="accent3"/>
                </a:solidFill>
                <a:latin typeface="+mj-lt"/>
              </a:defRPr>
            </a:lvl4pPr>
            <a:lvl5pPr>
              <a:defRPr sz="4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25" name="Text Placeholder 8"/>
          <p:cNvSpPr>
            <a:spLocks noGrp="1"/>
          </p:cNvSpPr>
          <p:nvPr>
            <p:ph type="body" sz="quarter" idx="21" hasCustomPrompt="1"/>
          </p:nvPr>
        </p:nvSpPr>
        <p:spPr>
          <a:xfrm>
            <a:off x="5263811" y="4192564"/>
            <a:ext cx="2659062" cy="446870"/>
          </a:xfrm>
        </p:spPr>
        <p:txBody>
          <a:bodyPr anchor="t"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tabLst/>
              <a:defRPr sz="20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Agenda item 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26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3905230" y="3949136"/>
            <a:ext cx="936150" cy="751819"/>
          </a:xfrm>
        </p:spPr>
        <p:txBody>
          <a:bodyPr/>
          <a:lstStyle>
            <a:lvl1pPr marL="0" indent="0" algn="r">
              <a:buFontTx/>
              <a:buNone/>
              <a:defRPr sz="6000">
                <a:solidFill>
                  <a:schemeClr val="accent3"/>
                </a:solidFill>
                <a:latin typeface="+mj-lt"/>
              </a:defRPr>
            </a:lvl1pPr>
            <a:lvl2pPr>
              <a:defRPr sz="5400">
                <a:solidFill>
                  <a:schemeClr val="accent3"/>
                </a:solidFill>
                <a:latin typeface="+mj-lt"/>
              </a:defRPr>
            </a:lvl2pPr>
            <a:lvl3pPr>
              <a:defRPr sz="4400">
                <a:solidFill>
                  <a:schemeClr val="accent3"/>
                </a:solidFill>
                <a:latin typeface="+mj-lt"/>
              </a:defRPr>
            </a:lvl3pPr>
            <a:lvl4pPr>
              <a:defRPr sz="4400">
                <a:solidFill>
                  <a:schemeClr val="accent3"/>
                </a:solidFill>
                <a:latin typeface="+mj-lt"/>
              </a:defRPr>
            </a:lvl4pPr>
            <a:lvl5pPr>
              <a:defRPr sz="4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27" name="Text Placeholder 8"/>
          <p:cNvSpPr>
            <a:spLocks noGrp="1"/>
          </p:cNvSpPr>
          <p:nvPr>
            <p:ph type="body" sz="quarter" idx="23" hasCustomPrompt="1"/>
          </p:nvPr>
        </p:nvSpPr>
        <p:spPr>
          <a:xfrm>
            <a:off x="5263811" y="5358226"/>
            <a:ext cx="2659062" cy="446870"/>
          </a:xfrm>
        </p:spPr>
        <p:txBody>
          <a:bodyPr anchor="t"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tabLst/>
              <a:defRPr sz="20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Agenda item 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28" name="Text Placeholder 7"/>
          <p:cNvSpPr>
            <a:spLocks noGrp="1"/>
          </p:cNvSpPr>
          <p:nvPr>
            <p:ph type="body" sz="quarter" idx="24" hasCustomPrompt="1"/>
          </p:nvPr>
        </p:nvSpPr>
        <p:spPr>
          <a:xfrm>
            <a:off x="3905230" y="5108648"/>
            <a:ext cx="936150" cy="751819"/>
          </a:xfrm>
        </p:spPr>
        <p:txBody>
          <a:bodyPr/>
          <a:lstStyle>
            <a:lvl1pPr marL="0" indent="0" algn="r">
              <a:buFontTx/>
              <a:buNone/>
              <a:defRPr sz="6000">
                <a:solidFill>
                  <a:schemeClr val="accent3"/>
                </a:solidFill>
                <a:latin typeface="+mj-lt"/>
              </a:defRPr>
            </a:lvl1pPr>
            <a:lvl2pPr>
              <a:defRPr sz="5400">
                <a:solidFill>
                  <a:schemeClr val="accent3"/>
                </a:solidFill>
                <a:latin typeface="+mj-lt"/>
              </a:defRPr>
            </a:lvl2pPr>
            <a:lvl3pPr>
              <a:defRPr sz="4400">
                <a:solidFill>
                  <a:schemeClr val="accent3"/>
                </a:solidFill>
                <a:latin typeface="+mj-lt"/>
              </a:defRPr>
            </a:lvl3pPr>
            <a:lvl4pPr>
              <a:defRPr sz="4400">
                <a:solidFill>
                  <a:schemeClr val="accent3"/>
                </a:solidFill>
                <a:latin typeface="+mj-lt"/>
              </a:defRPr>
            </a:lvl4pPr>
            <a:lvl5pPr>
              <a:defRPr sz="4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29" name="Text Placeholder 8"/>
          <p:cNvSpPr>
            <a:spLocks noGrp="1"/>
          </p:cNvSpPr>
          <p:nvPr>
            <p:ph type="body" sz="quarter" idx="25" hasCustomPrompt="1"/>
          </p:nvPr>
        </p:nvSpPr>
        <p:spPr>
          <a:xfrm>
            <a:off x="9336360" y="695581"/>
            <a:ext cx="2659062" cy="446870"/>
          </a:xfrm>
        </p:spPr>
        <p:txBody>
          <a:bodyPr anchor="t"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tabLst/>
              <a:defRPr sz="20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Agenda item 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30" name="Text Placeholder 7"/>
          <p:cNvSpPr>
            <a:spLocks noGrp="1"/>
          </p:cNvSpPr>
          <p:nvPr>
            <p:ph type="body" sz="quarter" idx="26" hasCustomPrompt="1"/>
          </p:nvPr>
        </p:nvSpPr>
        <p:spPr>
          <a:xfrm>
            <a:off x="7977779" y="470603"/>
            <a:ext cx="936150" cy="751819"/>
          </a:xfrm>
        </p:spPr>
        <p:txBody>
          <a:bodyPr/>
          <a:lstStyle>
            <a:lvl1pPr marL="0" indent="0" algn="r">
              <a:buFontTx/>
              <a:buNone/>
              <a:defRPr sz="6000">
                <a:solidFill>
                  <a:schemeClr val="accent3"/>
                </a:solidFill>
                <a:latin typeface="+mj-lt"/>
              </a:defRPr>
            </a:lvl1pPr>
            <a:lvl2pPr>
              <a:defRPr sz="5400">
                <a:solidFill>
                  <a:schemeClr val="accent3"/>
                </a:solidFill>
                <a:latin typeface="+mj-lt"/>
              </a:defRPr>
            </a:lvl2pPr>
            <a:lvl3pPr>
              <a:defRPr sz="4400">
                <a:solidFill>
                  <a:schemeClr val="accent3"/>
                </a:solidFill>
                <a:latin typeface="+mj-lt"/>
              </a:defRPr>
            </a:lvl3pPr>
            <a:lvl4pPr>
              <a:defRPr sz="4400">
                <a:solidFill>
                  <a:schemeClr val="accent3"/>
                </a:solidFill>
                <a:latin typeface="+mj-lt"/>
              </a:defRPr>
            </a:lvl4pPr>
            <a:lvl5pPr>
              <a:defRPr sz="4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6</a:t>
            </a:r>
          </a:p>
        </p:txBody>
      </p:sp>
      <p:sp>
        <p:nvSpPr>
          <p:cNvPr id="31" name="Text Placeholder 8"/>
          <p:cNvSpPr>
            <a:spLocks noGrp="1"/>
          </p:cNvSpPr>
          <p:nvPr>
            <p:ph type="body" sz="quarter" idx="27" hasCustomPrompt="1"/>
          </p:nvPr>
        </p:nvSpPr>
        <p:spPr>
          <a:xfrm>
            <a:off x="9336360" y="1861242"/>
            <a:ext cx="2659062" cy="446870"/>
          </a:xfrm>
        </p:spPr>
        <p:txBody>
          <a:bodyPr anchor="t"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tabLst/>
              <a:defRPr sz="20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Agenda item 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28" hasCustomPrompt="1"/>
          </p:nvPr>
        </p:nvSpPr>
        <p:spPr>
          <a:xfrm>
            <a:off x="7977779" y="1630114"/>
            <a:ext cx="936150" cy="751819"/>
          </a:xfrm>
        </p:spPr>
        <p:txBody>
          <a:bodyPr/>
          <a:lstStyle>
            <a:lvl1pPr marL="0" indent="0" algn="r">
              <a:buFontTx/>
              <a:buNone/>
              <a:defRPr sz="6000">
                <a:solidFill>
                  <a:schemeClr val="accent3"/>
                </a:solidFill>
                <a:latin typeface="+mj-lt"/>
              </a:defRPr>
            </a:lvl1pPr>
            <a:lvl2pPr>
              <a:defRPr sz="5400">
                <a:solidFill>
                  <a:schemeClr val="accent3"/>
                </a:solidFill>
                <a:latin typeface="+mj-lt"/>
              </a:defRPr>
            </a:lvl2pPr>
            <a:lvl3pPr>
              <a:defRPr sz="4400">
                <a:solidFill>
                  <a:schemeClr val="accent3"/>
                </a:solidFill>
                <a:latin typeface="+mj-lt"/>
              </a:defRPr>
            </a:lvl3pPr>
            <a:lvl4pPr>
              <a:defRPr sz="4400">
                <a:solidFill>
                  <a:schemeClr val="accent3"/>
                </a:solidFill>
                <a:latin typeface="+mj-lt"/>
              </a:defRPr>
            </a:lvl4pPr>
            <a:lvl5pPr>
              <a:defRPr sz="4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7</a:t>
            </a:r>
          </a:p>
        </p:txBody>
      </p:sp>
      <p:sp>
        <p:nvSpPr>
          <p:cNvPr id="33" name="Text Placeholder 8"/>
          <p:cNvSpPr>
            <a:spLocks noGrp="1"/>
          </p:cNvSpPr>
          <p:nvPr>
            <p:ph type="body" sz="quarter" idx="29" hasCustomPrompt="1"/>
          </p:nvPr>
        </p:nvSpPr>
        <p:spPr>
          <a:xfrm>
            <a:off x="9336360" y="3026903"/>
            <a:ext cx="2659062" cy="446870"/>
          </a:xfrm>
        </p:spPr>
        <p:txBody>
          <a:bodyPr anchor="t"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tabLst/>
              <a:defRPr sz="20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Agenda item 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34" name="Text Placeholder 7"/>
          <p:cNvSpPr>
            <a:spLocks noGrp="1"/>
          </p:cNvSpPr>
          <p:nvPr>
            <p:ph type="body" sz="quarter" idx="30" hasCustomPrompt="1"/>
          </p:nvPr>
        </p:nvSpPr>
        <p:spPr>
          <a:xfrm>
            <a:off x="7977779" y="2789625"/>
            <a:ext cx="936150" cy="751819"/>
          </a:xfrm>
        </p:spPr>
        <p:txBody>
          <a:bodyPr/>
          <a:lstStyle>
            <a:lvl1pPr marL="0" indent="0" algn="r">
              <a:buFontTx/>
              <a:buNone/>
              <a:defRPr sz="6000">
                <a:solidFill>
                  <a:schemeClr val="accent3"/>
                </a:solidFill>
                <a:latin typeface="+mj-lt"/>
              </a:defRPr>
            </a:lvl1pPr>
            <a:lvl2pPr>
              <a:defRPr sz="5400">
                <a:solidFill>
                  <a:schemeClr val="accent3"/>
                </a:solidFill>
                <a:latin typeface="+mj-lt"/>
              </a:defRPr>
            </a:lvl2pPr>
            <a:lvl3pPr>
              <a:defRPr sz="4400">
                <a:solidFill>
                  <a:schemeClr val="accent3"/>
                </a:solidFill>
                <a:latin typeface="+mj-lt"/>
              </a:defRPr>
            </a:lvl3pPr>
            <a:lvl4pPr>
              <a:defRPr sz="4400">
                <a:solidFill>
                  <a:schemeClr val="accent3"/>
                </a:solidFill>
                <a:latin typeface="+mj-lt"/>
              </a:defRPr>
            </a:lvl4pPr>
            <a:lvl5pPr>
              <a:defRPr sz="4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8</a:t>
            </a:r>
          </a:p>
        </p:txBody>
      </p:sp>
      <p:sp>
        <p:nvSpPr>
          <p:cNvPr id="35" name="Text Placeholder 8"/>
          <p:cNvSpPr>
            <a:spLocks noGrp="1"/>
          </p:cNvSpPr>
          <p:nvPr>
            <p:ph type="body" sz="quarter" idx="31" hasCustomPrompt="1"/>
          </p:nvPr>
        </p:nvSpPr>
        <p:spPr>
          <a:xfrm>
            <a:off x="9336360" y="4192564"/>
            <a:ext cx="2659062" cy="446870"/>
          </a:xfrm>
        </p:spPr>
        <p:txBody>
          <a:bodyPr anchor="t"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tabLst/>
              <a:defRPr sz="20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Agenda item 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36" name="Text Placeholder 7"/>
          <p:cNvSpPr>
            <a:spLocks noGrp="1"/>
          </p:cNvSpPr>
          <p:nvPr>
            <p:ph type="body" sz="quarter" idx="32" hasCustomPrompt="1"/>
          </p:nvPr>
        </p:nvSpPr>
        <p:spPr>
          <a:xfrm>
            <a:off x="7977779" y="3949136"/>
            <a:ext cx="936150" cy="751819"/>
          </a:xfrm>
        </p:spPr>
        <p:txBody>
          <a:bodyPr/>
          <a:lstStyle>
            <a:lvl1pPr marL="0" indent="0" algn="r">
              <a:buFontTx/>
              <a:buNone/>
              <a:defRPr sz="6000">
                <a:solidFill>
                  <a:schemeClr val="accent3"/>
                </a:solidFill>
                <a:latin typeface="+mj-lt"/>
              </a:defRPr>
            </a:lvl1pPr>
            <a:lvl2pPr>
              <a:defRPr sz="5400">
                <a:solidFill>
                  <a:schemeClr val="accent3"/>
                </a:solidFill>
                <a:latin typeface="+mj-lt"/>
              </a:defRPr>
            </a:lvl2pPr>
            <a:lvl3pPr>
              <a:defRPr sz="4400">
                <a:solidFill>
                  <a:schemeClr val="accent3"/>
                </a:solidFill>
                <a:latin typeface="+mj-lt"/>
              </a:defRPr>
            </a:lvl3pPr>
            <a:lvl4pPr>
              <a:defRPr sz="4400">
                <a:solidFill>
                  <a:schemeClr val="accent3"/>
                </a:solidFill>
                <a:latin typeface="+mj-lt"/>
              </a:defRPr>
            </a:lvl4pPr>
            <a:lvl5pPr>
              <a:defRPr sz="4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9</a:t>
            </a:r>
          </a:p>
        </p:txBody>
      </p:sp>
      <p:sp>
        <p:nvSpPr>
          <p:cNvPr id="37" name="Text Placeholder 8"/>
          <p:cNvSpPr>
            <a:spLocks noGrp="1"/>
          </p:cNvSpPr>
          <p:nvPr>
            <p:ph type="body" sz="quarter" idx="33" hasCustomPrompt="1"/>
          </p:nvPr>
        </p:nvSpPr>
        <p:spPr>
          <a:xfrm>
            <a:off x="9336360" y="5358226"/>
            <a:ext cx="2659062" cy="446870"/>
          </a:xfrm>
        </p:spPr>
        <p:txBody>
          <a:bodyPr anchor="t"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tabLst/>
              <a:defRPr sz="20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Agenda item 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38" name="Text Placeholder 7"/>
          <p:cNvSpPr>
            <a:spLocks noGrp="1"/>
          </p:cNvSpPr>
          <p:nvPr>
            <p:ph type="body" sz="quarter" idx="34" hasCustomPrompt="1"/>
          </p:nvPr>
        </p:nvSpPr>
        <p:spPr>
          <a:xfrm>
            <a:off x="7977779" y="5108648"/>
            <a:ext cx="936150" cy="751819"/>
          </a:xfrm>
        </p:spPr>
        <p:txBody>
          <a:bodyPr/>
          <a:lstStyle>
            <a:lvl1pPr marL="0" indent="0" algn="r">
              <a:buFontTx/>
              <a:buNone/>
              <a:defRPr sz="6000">
                <a:solidFill>
                  <a:schemeClr val="accent3"/>
                </a:solidFill>
                <a:latin typeface="+mj-lt"/>
              </a:defRPr>
            </a:lvl1pPr>
            <a:lvl2pPr>
              <a:defRPr sz="5400">
                <a:solidFill>
                  <a:schemeClr val="accent3"/>
                </a:solidFill>
                <a:latin typeface="+mj-lt"/>
              </a:defRPr>
            </a:lvl2pPr>
            <a:lvl3pPr>
              <a:defRPr sz="4400">
                <a:solidFill>
                  <a:schemeClr val="accent3"/>
                </a:solidFill>
                <a:latin typeface="+mj-lt"/>
              </a:defRPr>
            </a:lvl3pPr>
            <a:lvl4pPr>
              <a:defRPr sz="4400">
                <a:solidFill>
                  <a:schemeClr val="accent3"/>
                </a:solidFill>
                <a:latin typeface="+mj-lt"/>
              </a:defRPr>
            </a:lvl4pPr>
            <a:lvl5pPr>
              <a:defRPr sz="4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10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8F714E82-4AE2-8C48-865B-13D165E7C8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91079" y="6427572"/>
            <a:ext cx="939176" cy="18415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600673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ailable imagery for presentati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Available imagery for presentations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  <p:sp>
        <p:nvSpPr>
          <p:cNvPr id="9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164" name="Text Placeholder 2">
            <a:extLst>
              <a:ext uri="{FF2B5EF4-FFF2-40B4-BE49-F238E27FC236}">
                <a16:creationId xmlns:a16="http://schemas.microsoft.com/office/drawing/2014/main" id="{A663D3E5-AC0E-E04B-A578-217E9A347359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367200" y="1342800"/>
            <a:ext cx="5569200" cy="288037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r>
              <a:rPr lang="en-US"/>
              <a:t>Imagery for presentations can be found at the following address: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9C6AAF-4B27-754D-A3EC-B206C3883E88}"/>
              </a:ext>
            </a:extLst>
          </p:cNvPr>
          <p:cNvSpPr txBox="1"/>
          <p:nvPr userDrawn="1"/>
        </p:nvSpPr>
        <p:spPr>
          <a:xfrm>
            <a:off x="367200" y="1753386"/>
            <a:ext cx="5543406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>
                <a:hlinkClick r:id="rId2"/>
              </a:rPr>
              <a:t>https://singteloptus.sharepoint.com/sites/dept_brand/Pages/Templates.aspx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7039587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tus Logos and Icons –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Optus Logos and Icons – 1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  <p:sp>
        <p:nvSpPr>
          <p:cNvPr id="9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graphicFrame>
        <p:nvGraphicFramePr>
          <p:cNvPr id="131" name="Table 862">
            <a:extLst>
              <a:ext uri="{FF2B5EF4-FFF2-40B4-BE49-F238E27FC236}">
                <a16:creationId xmlns:a16="http://schemas.microsoft.com/office/drawing/2014/main" id="{FB09B2DD-16D9-B64E-933C-F9CE70BCBF92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686601917"/>
              </p:ext>
            </p:extLst>
          </p:nvPr>
        </p:nvGraphicFramePr>
        <p:xfrm>
          <a:off x="358775" y="1933303"/>
          <a:ext cx="11461734" cy="4163442"/>
        </p:xfrm>
        <a:graphic>
          <a:graphicData uri="http://schemas.openxmlformats.org/drawingml/2006/table">
            <a:tbl>
              <a:tblPr/>
              <a:tblGrid>
                <a:gridCol w="636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423892">
                <a:tc gridSpan="13"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en-AU" b="1"/>
                        <a:t>Social Media</a:t>
                      </a:r>
                      <a:endParaRPr b="1"/>
                    </a:p>
                  </a:txBody>
                  <a:tcPr marL="0" marR="50800" marT="50800" marB="50800" horzOverflow="overflow">
                    <a:lnL w="0"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0"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0"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0"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0">
                      <a:noFill/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955"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en-AU"/>
                        <a:t> </a:t>
                      </a: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955"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Android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Apple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Facebook_1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Facebook_2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Gaming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Google+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Instagram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LinkedIn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Pinterest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Twitter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YouTube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955">
                <a:tc gridSpan="13"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en-AU" b="1"/>
                        <a:t>Navigation</a:t>
                      </a:r>
                      <a:endParaRPr b="1"/>
                    </a:p>
                  </a:txBody>
                  <a:tcPr marL="0" marR="50800" marT="50800" marB="50800" horzOverflow="overflow">
                    <a:lnL w="0"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0">
                      <a:noFill/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0">
                      <a:noFill/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0">
                      <a:noFill/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0">
                      <a:noFill/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0">
                      <a:noFill/>
                      <a:miter lim="400000"/>
                    </a:lnL>
                    <a:lnR w="0"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3955"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3955"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Back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Cross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Dropdown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Equals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Forward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Greater</a:t>
                      </a:r>
                      <a:r>
                        <a:rPr lang="en-AU" sz="600" baseline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 baseline="0">
                          <a:latin typeface="+mn-lt"/>
                          <a:ea typeface="+mn-ea"/>
                          <a:cs typeface="+mn-cs"/>
                        </a:rPr>
                        <a:t>Than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Info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Less Than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Menu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Page</a:t>
                      </a:r>
                    </a:p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Next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Page</a:t>
                      </a:r>
                    </a:p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Previous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Pause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Play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Plus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Power</a:t>
                      </a:r>
                      <a:r>
                        <a:rPr lang="en-AU" sz="600" baseline="0">
                          <a:latin typeface="+mn-lt"/>
                          <a:ea typeface="+mn-ea"/>
                          <a:cs typeface="+mn-cs"/>
                        </a:rPr>
                        <a:t> On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Profile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Quick</a:t>
                      </a:r>
                    </a:p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Forward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Refresh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3955"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3955"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Search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Stop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Tick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Up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View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3955">
                <a:tc gridSpan="13"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en-AU" b="1"/>
                        <a:t>Time</a:t>
                      </a:r>
                      <a:endParaRPr b="1"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3955"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3955">
                <a:tc>
                  <a:txBody>
                    <a:bodyPr/>
                    <a:lstStyle/>
                    <a:p>
                      <a:pPr marL="3810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US" sz="600">
                          <a:latin typeface="+mn-lt"/>
                          <a:ea typeface="+mn-ea"/>
                          <a:cs typeface="+mn-cs"/>
                        </a:rPr>
                        <a:t>Clock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US" sz="600">
                          <a:latin typeface="+mn-lt"/>
                          <a:ea typeface="+mn-ea"/>
                          <a:cs typeface="+mn-cs"/>
                        </a:rPr>
                        <a:t>Calendar</a:t>
                      </a: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US" sz="600">
                          <a:latin typeface="+mn-lt"/>
                          <a:ea typeface="+mn-ea"/>
                          <a:cs typeface="+mn-cs"/>
                        </a:rPr>
                        <a:t>24-7</a:t>
                      </a: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Infinity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 rtl="0" eaLnBrk="1" latinLnBrk="0" hangingPunct="1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11505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tus Logos and Icons –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Optus Logos and Icons – 2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  <p:sp>
        <p:nvSpPr>
          <p:cNvPr id="9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graphicFrame>
        <p:nvGraphicFramePr>
          <p:cNvPr id="11" name="Table 862">
            <a:extLst>
              <a:ext uri="{FF2B5EF4-FFF2-40B4-BE49-F238E27FC236}">
                <a16:creationId xmlns:a16="http://schemas.microsoft.com/office/drawing/2014/main" id="{7D9F581C-9628-E94C-80B1-188A7084C323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43113076"/>
              </p:ext>
            </p:extLst>
          </p:nvPr>
        </p:nvGraphicFramePr>
        <p:xfrm>
          <a:off x="358775" y="1341438"/>
          <a:ext cx="11461734" cy="4861415"/>
        </p:xfrm>
        <a:graphic>
          <a:graphicData uri="http://schemas.openxmlformats.org/drawingml/2006/table">
            <a:tbl>
              <a:tblPr/>
              <a:tblGrid>
                <a:gridCol w="636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73955">
                <a:tc gridSpan="13"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en-AU" b="1"/>
                        <a:t>Technology</a:t>
                      </a:r>
                      <a:endParaRPr b="1"/>
                    </a:p>
                  </a:txBody>
                  <a:tcPr marL="0" marR="50800" marT="50800" marB="50800" horzOverflow="overflow">
                    <a:lnL w="0"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0"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0"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0"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0">
                      <a:noFill/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955"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en-AU"/>
                        <a:t> </a:t>
                      </a: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955"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4G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Battery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Battery </a:t>
                      </a: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mpty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Cables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Camera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Charge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Clever</a:t>
                      </a:r>
                      <a:r>
                        <a:rPr lang="en-AU" sz="600" baseline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Plans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Cloud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Cloud </a:t>
                      </a: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ownload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Cloud 
</a:t>
                      </a: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torage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Cloud </a:t>
                      </a:r>
                      <a:endParaRPr lang="en-AU" sz="600"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Upload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Dashboard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Desktop </a:t>
                      </a: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omputer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Email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International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Laptop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Latest</a:t>
                      </a:r>
                    </a:p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Tech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Loading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955"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955"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Mobile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Mobile</a:t>
                      </a:r>
                    </a:p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Broadband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Mobile</a:t>
                      </a:r>
                    </a:p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Tablet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Mobile</a:t>
                      </a:r>
                    </a:p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Mobile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Modem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Mouse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Music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Network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Notifications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Notification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Overseas Roaming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Phone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Plug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Reliable</a:t>
                      </a:r>
                      <a:r>
                        <a:rPr lang="en-AU" sz="600" baseline="0">
                          <a:latin typeface="+mn-lt"/>
                          <a:ea typeface="+mn-ea"/>
                          <a:cs typeface="+mn-cs"/>
                        </a:rPr>
                        <a:t> Network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RSS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Satellite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Settings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955"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955"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Shield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Sim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 rtl="0" eaLnBrk="1" latinLnBrk="0" hangingPunct="1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US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Sound_1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 rtl="0" eaLnBrk="1" latinLnBrk="0" hangingPunct="1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US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Sound_2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 rtl="0" eaLnBrk="1" latinLnBrk="0" hangingPunct="1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US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Sound_3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 rtl="0" eaLnBrk="1" latinLnBrk="0" hangingPunct="1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US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Sound_</a:t>
                      </a:r>
                      <a:br>
                        <a:rPr lang="en-US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Mute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 rtl="0" eaLnBrk="1" latinLnBrk="0" hangingPunct="1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US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Tablet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 rtl="0" eaLnBrk="1" latinLnBrk="0" hangingPunct="1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US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Tools 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 rtl="0" eaLnBrk="1" latinLnBrk="0" hangingPunct="1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US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TV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 rtl="0" eaLnBrk="1" latinLnBrk="0" hangingPunct="1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US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USB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 rtl="0" eaLnBrk="1" latinLnBrk="0" hangingPunct="1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US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Usb_2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 rtl="0" eaLnBrk="1" latinLnBrk="0" hangingPunct="1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US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Wi-Fi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 rtl="0" eaLnBrk="1" latinLnBrk="0" hangingPunct="1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lang="en-US"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 rtl="0" eaLnBrk="1" latinLnBrk="0" hangingPunct="1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 rtl="0" eaLnBrk="1" latinLnBrk="0" hangingPunct="1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 rtl="0" eaLnBrk="1" latinLnBrk="0" hangingPunct="1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 rtl="0" eaLnBrk="1" latinLnBrk="0" hangingPunct="1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 rtl="0" eaLnBrk="1" latinLnBrk="0" hangingPunct="1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955">
                <a:tc gridSpan="13"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b="1"/>
                        <a:t>People</a:t>
                      </a:r>
                    </a:p>
                  </a:txBody>
                  <a:tcPr marL="0" marR="50800" marT="50800" marB="50800" horzOverflow="overflow">
                    <a:lnL w="0"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0"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0"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0"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0">
                      <a:noFill/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3955"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3955"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Active</a:t>
                      </a:r>
                      <a:r>
                        <a:rPr lang="en-AU" sz="600" baseline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Service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Dialogue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Expert Advice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Headphones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Home 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Inter</a:t>
                      </a: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net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Live chat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Member </a:t>
                      </a: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ervices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My Optus </a:t>
                      </a: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ommunity</a:t>
                      </a: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_1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US" sz="600">
                          <a:latin typeface="+mn-lt"/>
                          <a:ea typeface="+mn-ea"/>
                          <a:cs typeface="+mn-cs"/>
                        </a:rPr>
                        <a:t>My Optus Community_2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Safe </a:t>
                      </a:r>
                    </a:p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Secure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Smile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Support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Unlock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3955">
                <a:tc gridSpan="13"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en-AU" b="1"/>
                        <a:t>Money</a:t>
                      </a:r>
                      <a:endParaRPr b="1"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3955"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3955"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Billpay</a:t>
                      </a: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Bill settings</a:t>
                      </a: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Credit Card</a:t>
                      </a: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Credit </a:t>
                      </a: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ransfer</a:t>
                      </a: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Deal</a:t>
                      </a: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US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Online Payment</a:t>
                      </a: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Plans </a:t>
                      </a: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ricing</a:t>
                      </a: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Recharge</a:t>
                      </a: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Rollover</a:t>
                      </a: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View my bill</a:t>
                      </a: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47357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tus Logos and Icons –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Optus Logos and Icons – 3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  <p:sp>
        <p:nvSpPr>
          <p:cNvPr id="9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graphicFrame>
        <p:nvGraphicFramePr>
          <p:cNvPr id="13" name="Table 934">
            <a:extLst>
              <a:ext uri="{FF2B5EF4-FFF2-40B4-BE49-F238E27FC236}">
                <a16:creationId xmlns:a16="http://schemas.microsoft.com/office/drawing/2014/main" id="{292B743C-DC97-C74A-97C5-252FF6272AAF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426122661"/>
              </p:ext>
            </p:extLst>
          </p:nvPr>
        </p:nvGraphicFramePr>
        <p:xfrm>
          <a:off x="346274" y="1341438"/>
          <a:ext cx="11474244" cy="4438212"/>
        </p:xfrm>
        <a:graphic>
          <a:graphicData uri="http://schemas.openxmlformats.org/drawingml/2006/table">
            <a:tbl>
              <a:tblPr/>
              <a:tblGrid>
                <a:gridCol w="637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74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4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74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74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74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74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74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74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74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745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3745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3745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3745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3745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3745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63745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63745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69851">
                <a:tc gridSpan="13"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en-AU" b="1"/>
                        <a:t>Objects</a:t>
                      </a:r>
                      <a:endParaRPr b="1"/>
                    </a:p>
                  </a:txBody>
                  <a:tcPr marL="0" marR="50800" marT="50800" marB="50800" horzOverflow="overflow">
                    <a:lnL w="0"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>
                        <a:defRPr sz="9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0">
                      <a:noFill/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defRPr sz="9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0">
                      <a:noFill/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defRPr sz="9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0">
                      <a:noFill/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defRPr sz="9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0">
                      <a:noFill/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defRPr sz="9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0">
                      <a:noFill/>
                      <a:miter lim="400000"/>
                    </a:lnL>
                    <a:lnR w="0">
                      <a:miter lim="400000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9851"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851">
                <a:tc>
                  <a:txBody>
                    <a:bodyPr/>
                    <a:lstStyle/>
                    <a:p>
                      <a:pPr marL="3810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US" sz="600">
                          <a:latin typeface="+mn-lt"/>
                          <a:ea typeface="+mn-ea"/>
                          <a:cs typeface="+mn-cs"/>
                        </a:rPr>
                        <a:t>Add to cart</a:t>
                      </a:r>
                    </a:p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US" sz="600">
                          <a:latin typeface="+mn-lt"/>
                          <a:ea typeface="+mn-ea"/>
                          <a:cs typeface="+mn-cs"/>
                        </a:rPr>
                        <a:t>Australia</a:t>
                      </a:r>
                    </a:p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US" sz="600">
                          <a:latin typeface="+mn-lt"/>
                          <a:ea typeface="+mn-ea"/>
                          <a:cs typeface="+mn-cs"/>
                        </a:rPr>
                        <a:t>Cart</a:t>
                      </a:r>
                    </a:p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Concierge</a:t>
                      </a: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Deliver</a:t>
                      </a: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FAQ</a:t>
                      </a: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Gift</a:t>
                      </a:r>
                      <a:r>
                        <a:rPr lang="en-AU" sz="600" baseline="0">
                          <a:latin typeface="+mn-lt"/>
                          <a:ea typeface="+mn-ea"/>
                          <a:cs typeface="+mn-cs"/>
                        </a:rPr>
                        <a:t> - </a:t>
                      </a: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Rewards</a:t>
                      </a: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Flower</a:t>
                      </a: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Industry Insights</a:t>
                      </a: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Solutions</a:t>
                      </a: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Star</a:t>
                      </a: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Tailor</a:t>
                      </a: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Timer</a:t>
                      </a: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 rtl="0" eaLnBrk="1" latinLnBrk="0" hangingPunct="1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Truck</a:t>
                      </a: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en-AU"/>
                        <a:t>Wish</a:t>
                      </a:r>
                    </a:p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en-AU"/>
                        <a:t>List</a:t>
                      </a: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9851">
                <a:tc gridSpan="13"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en-AU" b="1"/>
                        <a:t>Reports</a:t>
                      </a:r>
                      <a:endParaRPr b="1"/>
                    </a:p>
                  </a:txBody>
                  <a:tcPr marL="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>
                        <a:defRPr sz="9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0"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defRPr sz="9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0">
                      <a:noFill/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defRPr sz="9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0">
                      <a:noFill/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defRPr sz="9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0">
                      <a:noFill/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defRPr sz="9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9851"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9851"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Address</a:t>
                      </a:r>
                    </a:p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Book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Case</a:t>
                      </a:r>
                    </a:p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Studies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Download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Download</a:t>
                      </a:r>
                      <a:r>
                        <a:rPr lang="en-AU" sz="600" baseline="0">
                          <a:latin typeface="+mn-lt"/>
                          <a:ea typeface="+mn-ea"/>
                          <a:cs typeface="+mn-cs"/>
                        </a:rPr>
                        <a:t> PDF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Future Bus Reports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Location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News Weather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Paperless</a:t>
                      </a:r>
                      <a:r>
                        <a:rPr lang="en-AU" sz="600" baseline="0">
                          <a:latin typeface="+mn-lt"/>
                          <a:ea typeface="+mn-ea"/>
                          <a:cs typeface="+mn-cs"/>
                        </a:rPr>
                        <a:t> Bills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Pencil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Subscribe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Summary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Track Order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Update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 rtl="0" eaLnBrk="1" latinLnBrk="0" hangingPunct="1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Upload</a:t>
                      </a: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 rtl="0" eaLnBrk="1" latinLnBrk="0" hangingPunct="1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Usage</a:t>
                      </a: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 rtl="0" eaLnBrk="1" latinLnBrk="0" hangingPunct="1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 rtl="0" eaLnBrk="1" latinLnBrk="0" hangingPunct="1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lang="en-US"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9851">
                <a:tc gridSpan="13"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en-AU" b="1"/>
                        <a:t>Optus Tiering</a:t>
                      </a:r>
                      <a:endParaRPr b="1"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defRPr sz="9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defRPr sz="9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defRPr sz="9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defRPr sz="9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defRPr sz="9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9851"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9851"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Enterprise </a:t>
                      </a:r>
                      <a:r>
                        <a:rPr lang="en-AU" sz="600" err="1">
                          <a:latin typeface="+mn-lt"/>
                          <a:ea typeface="+mn-ea"/>
                          <a:cs typeface="+mn-cs"/>
                        </a:rPr>
                        <a:t>Govt</a:t>
                      </a:r>
                      <a:endParaRPr lang="en-AU"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en-AU"/>
                        <a:t>SMB</a:t>
                      </a: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en-AU"/>
                        <a:t>Wholesale</a:t>
                      </a: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9851">
                <a:tc gridSpan="14"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en-AU" b="1"/>
                        <a:t>Awards</a:t>
                      </a:r>
                      <a:endParaRPr b="1"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69851"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69851"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Optus Rewards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lang="en-US"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59339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Full Width">
    <p:bg>
      <p:bgPr>
        <a:solidFill>
          <a:schemeClr val="bg2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Single Column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58775" y="1342800"/>
            <a:ext cx="11476800" cy="4664075"/>
          </a:xfrm>
        </p:spPr>
        <p:txBody>
          <a:bodyPr/>
          <a:lstStyle/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  <a:p>
            <a:pPr lvl="2"/>
            <a:r>
              <a:rPr lang="en-US"/>
              <a:t>Level three bullet point here</a:t>
            </a:r>
          </a:p>
          <a:p>
            <a:pPr lvl="3"/>
            <a:r>
              <a:rPr lang="en-US"/>
              <a:t>Level four bullet point here</a:t>
            </a:r>
          </a:p>
          <a:p>
            <a:pPr lvl="4"/>
            <a:r>
              <a:rPr lang="en-US"/>
              <a:t>Level five bullet point here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  <p:sp>
        <p:nvSpPr>
          <p:cNvPr id="9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15296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Full Width - Subheading">
    <p:bg>
      <p:bgPr>
        <a:solidFill>
          <a:schemeClr val="bg2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Single Column – w Subheading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58775" y="1747824"/>
            <a:ext cx="11476800" cy="4257689"/>
          </a:xfrm>
        </p:spPr>
        <p:txBody>
          <a:bodyPr/>
          <a:lstStyle/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  <a:p>
            <a:pPr lvl="2"/>
            <a:r>
              <a:rPr lang="en-US"/>
              <a:t>Level three bullet point here</a:t>
            </a:r>
          </a:p>
          <a:p>
            <a:pPr lvl="3"/>
            <a:r>
              <a:rPr lang="en-US"/>
              <a:t>Level four bullet point here</a:t>
            </a:r>
          </a:p>
          <a:p>
            <a:pPr lvl="4"/>
            <a:r>
              <a:rPr lang="en-US"/>
              <a:t>Level five bullet point here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58772" y="1341460"/>
            <a:ext cx="11461988" cy="40479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100" baseline="0">
                <a:latin typeface="+mj-lt"/>
              </a:defRPr>
            </a:lvl1pPr>
          </a:lstStyle>
          <a:p>
            <a:pPr lvl="0"/>
            <a:r>
              <a:rPr lang="en-US"/>
              <a:t>Subheading Here</a:t>
            </a:r>
          </a:p>
        </p:txBody>
      </p:sp>
      <p:sp>
        <p:nvSpPr>
          <p:cNvPr id="9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 Column - Subheading">
    <p:bg>
      <p:bgPr>
        <a:solidFill>
          <a:schemeClr val="bg2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Triple Column – w Subheading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58775" y="1747824"/>
            <a:ext cx="11453550" cy="4257689"/>
          </a:xfrm>
        </p:spPr>
        <p:txBody>
          <a:bodyPr numCol="3" spcCol="360000"/>
          <a:lstStyle>
            <a:lvl1pPr>
              <a:defRPr baseline="0"/>
            </a:lvl1pPr>
          </a:lstStyle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  <a:p>
            <a:pPr lvl="2"/>
            <a:r>
              <a:rPr lang="en-US"/>
              <a:t>Level three bullet point here</a:t>
            </a:r>
          </a:p>
          <a:p>
            <a:pPr lvl="3"/>
            <a:r>
              <a:rPr lang="en-US"/>
              <a:t>Level four bullet point here</a:t>
            </a:r>
          </a:p>
          <a:p>
            <a:pPr lvl="4"/>
            <a:r>
              <a:rPr lang="en-US"/>
              <a:t>Level five bullet point here</a:t>
            </a:r>
            <a:br>
              <a:rPr lang="en-US"/>
            </a:br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58087" y="1341460"/>
            <a:ext cx="11454238" cy="40479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baseline="0">
                <a:latin typeface="+mj-lt"/>
              </a:defRPr>
            </a:lvl1pPr>
          </a:lstStyle>
          <a:p>
            <a:pPr lvl="0"/>
            <a:r>
              <a:rPr lang="en-US"/>
              <a:t>Subheading Here</a:t>
            </a:r>
          </a:p>
        </p:txBody>
      </p:sp>
      <p:sp>
        <p:nvSpPr>
          <p:cNvPr id="8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Subheading">
    <p:bg>
      <p:bgPr>
        <a:solidFill>
          <a:schemeClr val="bg2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Comparison – w Subheading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65974" y="1341460"/>
            <a:ext cx="5569200" cy="40479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baseline="0">
                <a:latin typeface="+mj-lt"/>
              </a:defRPr>
            </a:lvl1pPr>
          </a:lstStyle>
          <a:p>
            <a:pPr lvl="0"/>
            <a:r>
              <a:rPr lang="en-US"/>
              <a:t>Subheading Here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261825" y="1341460"/>
            <a:ext cx="5569200" cy="40479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baseline="0">
                <a:latin typeface="+mj-lt"/>
              </a:defRPr>
            </a:lvl1pPr>
          </a:lstStyle>
          <a:p>
            <a:pPr lvl="0"/>
            <a:r>
              <a:rPr lang="en-US"/>
              <a:t>Subheading Here</a:t>
            </a:r>
          </a:p>
        </p:txBody>
      </p:sp>
      <p:sp>
        <p:nvSpPr>
          <p:cNvPr id="16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sz="half" idx="18" hasCustomPrompt="1"/>
          </p:nvPr>
        </p:nvSpPr>
        <p:spPr>
          <a:xfrm>
            <a:off x="365975" y="1746255"/>
            <a:ext cx="5569200" cy="4259258"/>
          </a:xfrm>
        </p:spPr>
        <p:txBody>
          <a:bodyPr/>
          <a:lstStyle/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  <a:p>
            <a:pPr lvl="2"/>
            <a:r>
              <a:rPr lang="en-US"/>
              <a:t>Level three bullet point here</a:t>
            </a:r>
          </a:p>
          <a:p>
            <a:pPr lvl="3"/>
            <a:r>
              <a:rPr lang="en-US"/>
              <a:t>Level four bullet point here</a:t>
            </a:r>
          </a:p>
          <a:p>
            <a:pPr lvl="4"/>
            <a:r>
              <a:rPr lang="en-US"/>
              <a:t>Level five bullet point here</a:t>
            </a:r>
          </a:p>
        </p:txBody>
      </p:sp>
      <p:sp>
        <p:nvSpPr>
          <p:cNvPr id="19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61825" y="1746255"/>
            <a:ext cx="5569200" cy="4259258"/>
          </a:xfrm>
        </p:spPr>
        <p:txBody>
          <a:bodyPr/>
          <a:lstStyle/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  <a:p>
            <a:pPr lvl="2"/>
            <a:r>
              <a:rPr lang="en-US"/>
              <a:t>Level three bullet point here</a:t>
            </a:r>
          </a:p>
          <a:p>
            <a:pPr lvl="3"/>
            <a:r>
              <a:rPr lang="en-US"/>
              <a:t>Level four bullet point here</a:t>
            </a:r>
          </a:p>
          <a:p>
            <a:pPr lvl="4"/>
            <a:r>
              <a:rPr lang="en-US"/>
              <a:t>Level five bullet point here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Subheading w Line">
    <p:bg>
      <p:bgPr>
        <a:solidFill>
          <a:schemeClr val="bg2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Comparison – w Subheading with Line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65974" y="1341460"/>
            <a:ext cx="5569200" cy="40479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baseline="0">
                <a:latin typeface="+mj-lt"/>
              </a:defRPr>
            </a:lvl1pPr>
          </a:lstStyle>
          <a:p>
            <a:pPr lvl="0"/>
            <a:r>
              <a:rPr lang="en-US"/>
              <a:t>Subheading Here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261825" y="1341460"/>
            <a:ext cx="5569200" cy="40479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baseline="0">
                <a:latin typeface="+mj-lt"/>
              </a:defRPr>
            </a:lvl1pPr>
          </a:lstStyle>
          <a:p>
            <a:pPr lvl="0"/>
            <a:r>
              <a:rPr lang="en-US"/>
              <a:t>Subheading Here</a:t>
            </a:r>
          </a:p>
        </p:txBody>
      </p:sp>
      <p:sp>
        <p:nvSpPr>
          <p:cNvPr id="16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sz="half" idx="18" hasCustomPrompt="1"/>
          </p:nvPr>
        </p:nvSpPr>
        <p:spPr>
          <a:xfrm>
            <a:off x="365975" y="1938337"/>
            <a:ext cx="5569200" cy="4067176"/>
          </a:xfrm>
        </p:spPr>
        <p:txBody>
          <a:bodyPr/>
          <a:lstStyle/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  <a:p>
            <a:pPr lvl="2"/>
            <a:r>
              <a:rPr lang="en-US"/>
              <a:t>Level three bullet point here</a:t>
            </a:r>
          </a:p>
          <a:p>
            <a:pPr lvl="3"/>
            <a:r>
              <a:rPr lang="en-US"/>
              <a:t>Level four bullet point here</a:t>
            </a:r>
          </a:p>
          <a:p>
            <a:pPr lvl="4"/>
            <a:r>
              <a:rPr lang="en-US"/>
              <a:t>Level five bullet point here</a:t>
            </a:r>
          </a:p>
        </p:txBody>
      </p:sp>
      <p:sp>
        <p:nvSpPr>
          <p:cNvPr id="19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61825" y="1938337"/>
            <a:ext cx="5569200" cy="4067176"/>
          </a:xfrm>
        </p:spPr>
        <p:txBody>
          <a:bodyPr/>
          <a:lstStyle/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  <a:p>
            <a:pPr lvl="2"/>
            <a:r>
              <a:rPr lang="en-US"/>
              <a:t>Level three bullet point here</a:t>
            </a:r>
          </a:p>
          <a:p>
            <a:pPr lvl="3"/>
            <a:r>
              <a:rPr lang="en-US"/>
              <a:t>Level four bullet point here</a:t>
            </a:r>
          </a:p>
          <a:p>
            <a:pPr lvl="4"/>
            <a:r>
              <a:rPr lang="en-US"/>
              <a:t>Level five bullet point here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  <p:extLst>
      <p:ext uri="{BB962C8B-B14F-4D97-AF65-F5344CB8AC3E}">
        <p14:creationId xmlns:p14="http://schemas.microsoft.com/office/powerpoint/2010/main" val="12544377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Teal">
    <p:bg>
      <p:bgPr>
        <a:solidFill>
          <a:schemeClr val="bg2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Comparison – Teal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3" hasCustomPrompt="1"/>
          </p:nvPr>
        </p:nvSpPr>
        <p:spPr>
          <a:xfrm>
            <a:off x="367017" y="1938337"/>
            <a:ext cx="5569200" cy="4067175"/>
          </a:xfrm>
        </p:spPr>
        <p:txBody>
          <a:bodyPr/>
          <a:lstStyle>
            <a:lvl1pPr marL="134938" indent="-134938">
              <a:buFont typeface="Arial" charset="0"/>
              <a:buChar char="•"/>
              <a:tabLst/>
              <a:defRPr sz="1100"/>
            </a:lvl1pPr>
            <a:lvl2pPr marL="317500" indent="-182563">
              <a:buFont typeface="LucidaGrande" charset="0"/>
              <a:buChar char="-"/>
              <a:tabLst/>
              <a:defRPr sz="1100"/>
            </a:lvl2pPr>
            <a:lvl3pPr marL="488950" indent="-127000">
              <a:buFont typeface="Arial" charset="0"/>
              <a:buChar char="•"/>
              <a:tabLst/>
              <a:defRPr sz="1000"/>
            </a:lvl3pPr>
            <a:lvl4pPr marL="717550" indent="-228600">
              <a:buFont typeface="LucidaGrande" charset="0"/>
              <a:buChar char="-"/>
              <a:tabLst/>
              <a:defRPr sz="1000"/>
            </a:lvl4pPr>
            <a:lvl5pPr marL="852488" indent="-136525">
              <a:buFont typeface="Arial" charset="0"/>
              <a:buChar char="•"/>
              <a:tabLst/>
              <a:defRPr sz="1000"/>
            </a:lvl5pPr>
          </a:lstStyle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  <a:p>
            <a:pPr lvl="2"/>
            <a:r>
              <a:rPr lang="en-US"/>
              <a:t>Level three bullet point here</a:t>
            </a:r>
          </a:p>
          <a:p>
            <a:pPr lvl="3"/>
            <a:r>
              <a:rPr lang="en-US"/>
              <a:t>Level four bullet point here</a:t>
            </a:r>
          </a:p>
          <a:p>
            <a:pPr lvl="4"/>
            <a:r>
              <a:rPr lang="en-US"/>
              <a:t>Level five bullet point here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367017" y="1340240"/>
            <a:ext cx="5569200" cy="530474"/>
          </a:xfrm>
          <a:solidFill>
            <a:schemeClr val="accent2"/>
          </a:solidFill>
          <a:ln>
            <a:noFill/>
          </a:ln>
        </p:spPr>
        <p:txBody>
          <a:bodyPr lIns="144000" rIns="144000" anchor="ctr"/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400" b="0">
                <a:solidFill>
                  <a:schemeClr val="bg1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Subheading Here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8" hasCustomPrompt="1"/>
          </p:nvPr>
        </p:nvSpPr>
        <p:spPr>
          <a:xfrm>
            <a:off x="6263073" y="1938337"/>
            <a:ext cx="5569200" cy="4067175"/>
          </a:xfrm>
        </p:spPr>
        <p:txBody>
          <a:bodyPr/>
          <a:lstStyle>
            <a:lvl1pPr marL="134938" indent="-134938">
              <a:buFont typeface="Arial" charset="0"/>
              <a:buChar char="•"/>
              <a:tabLst/>
              <a:defRPr sz="1100"/>
            </a:lvl1pPr>
            <a:lvl2pPr marL="317500" indent="-182563">
              <a:buFont typeface="LucidaGrande" charset="0"/>
              <a:buChar char="-"/>
              <a:tabLst/>
              <a:defRPr sz="1100"/>
            </a:lvl2pPr>
            <a:lvl3pPr marL="488950" indent="-127000">
              <a:buFont typeface="Arial" charset="0"/>
              <a:buChar char="•"/>
              <a:tabLst/>
              <a:defRPr sz="1000"/>
            </a:lvl3pPr>
            <a:lvl4pPr marL="717550" indent="-228600">
              <a:buFont typeface="LucidaGrande" charset="0"/>
              <a:buChar char="-"/>
              <a:tabLst/>
              <a:defRPr sz="1000"/>
            </a:lvl4pPr>
            <a:lvl5pPr marL="852488" indent="-136525">
              <a:buFont typeface="Arial" charset="0"/>
              <a:buChar char="•"/>
              <a:tabLst/>
              <a:defRPr sz="1000"/>
            </a:lvl5pPr>
          </a:lstStyle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  <a:p>
            <a:pPr lvl="2"/>
            <a:r>
              <a:rPr lang="en-US"/>
              <a:t>Level three bullet point here</a:t>
            </a:r>
          </a:p>
          <a:p>
            <a:pPr lvl="3"/>
            <a:r>
              <a:rPr lang="en-US"/>
              <a:t>Level four bullet point here</a:t>
            </a:r>
          </a:p>
          <a:p>
            <a:pPr lvl="4"/>
            <a:r>
              <a:rPr lang="en-US"/>
              <a:t>Level five bullet point here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6263073" y="1340240"/>
            <a:ext cx="5569200" cy="530474"/>
          </a:xfrm>
          <a:solidFill>
            <a:schemeClr val="accent2"/>
          </a:solidFill>
          <a:ln>
            <a:noFill/>
          </a:ln>
        </p:spPr>
        <p:txBody>
          <a:bodyPr lIns="144000" rIns="144000" anchor="ctr"/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400" b="0">
                <a:solidFill>
                  <a:schemeClr val="bg1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Subheading Here</a:t>
            </a:r>
          </a:p>
        </p:txBody>
      </p:sp>
      <p:sp>
        <p:nvSpPr>
          <p:cNvPr id="11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Charts x 2 - Teal">
    <p:bg>
      <p:bgPr>
        <a:solidFill>
          <a:schemeClr val="bg2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Comparison Charts x 2 – Teal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367017" y="1340240"/>
            <a:ext cx="5569200" cy="530474"/>
          </a:xfrm>
          <a:solidFill>
            <a:schemeClr val="accent2"/>
          </a:solidFill>
          <a:ln>
            <a:noFill/>
          </a:ln>
        </p:spPr>
        <p:txBody>
          <a:bodyPr lIns="144000" rIns="144000" anchor="ctr"/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400" b="0">
                <a:solidFill>
                  <a:schemeClr val="bg1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Subheading Here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6260850" y="1340240"/>
            <a:ext cx="5569200" cy="530474"/>
          </a:xfrm>
          <a:solidFill>
            <a:schemeClr val="accent2"/>
          </a:solidFill>
          <a:ln>
            <a:noFill/>
          </a:ln>
        </p:spPr>
        <p:txBody>
          <a:bodyPr lIns="144000" rIns="144000" anchor="ctr"/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400" b="0">
                <a:solidFill>
                  <a:schemeClr val="bg1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Subheading Here</a:t>
            </a:r>
          </a:p>
        </p:txBody>
      </p:sp>
      <p:sp>
        <p:nvSpPr>
          <p:cNvPr id="11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36" hasCustomPrompt="1"/>
          </p:nvPr>
        </p:nvSpPr>
        <p:spPr>
          <a:xfrm>
            <a:off x="367017" y="1940576"/>
            <a:ext cx="5569200" cy="20693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Chart Title Here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37" hasCustomPrompt="1"/>
          </p:nvPr>
        </p:nvSpPr>
        <p:spPr>
          <a:xfrm>
            <a:off x="367017" y="2144387"/>
            <a:ext cx="5569200" cy="19099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r>
              <a:rPr lang="en-US"/>
              <a:t>Time Period, Units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38" hasCustomPrompt="1"/>
          </p:nvPr>
        </p:nvSpPr>
        <p:spPr>
          <a:xfrm>
            <a:off x="6260850" y="1940576"/>
            <a:ext cx="5569200" cy="20693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Chart Title Here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39" hasCustomPrompt="1"/>
          </p:nvPr>
        </p:nvSpPr>
        <p:spPr>
          <a:xfrm>
            <a:off x="6260850" y="2144387"/>
            <a:ext cx="5569200" cy="19099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r>
              <a:rPr lang="en-US"/>
              <a:t>Time Period, Units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quarter" idx="40"/>
          </p:nvPr>
        </p:nvSpPr>
        <p:spPr>
          <a:xfrm>
            <a:off x="358775" y="2438400"/>
            <a:ext cx="5578475" cy="3567113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21" name="Chart Placeholder 3"/>
          <p:cNvSpPr>
            <a:spLocks noGrp="1"/>
          </p:cNvSpPr>
          <p:nvPr>
            <p:ph type="chart" sz="quarter" idx="41"/>
          </p:nvPr>
        </p:nvSpPr>
        <p:spPr>
          <a:xfrm>
            <a:off x="6260850" y="2438400"/>
            <a:ext cx="5578475" cy="3567113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  <p:extLst>
      <p:ext uri="{BB962C8B-B14F-4D97-AF65-F5344CB8AC3E}">
        <p14:creationId xmlns:p14="http://schemas.microsoft.com/office/powerpoint/2010/main" val="20907676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hart Slide">
    <p:bg>
      <p:bgPr>
        <a:solidFill>
          <a:schemeClr val="bg2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Single Chart Slide – w Line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quarter" idx="14"/>
          </p:nvPr>
        </p:nvSpPr>
        <p:spPr>
          <a:xfrm>
            <a:off x="358774" y="1944822"/>
            <a:ext cx="11476800" cy="4067175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AU"/>
          </a:p>
        </p:txBody>
      </p:sp>
      <p:sp>
        <p:nvSpPr>
          <p:cNvPr id="11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36" hasCustomPrompt="1"/>
          </p:nvPr>
        </p:nvSpPr>
        <p:spPr>
          <a:xfrm>
            <a:off x="358774" y="1349861"/>
            <a:ext cx="5569200" cy="20693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Chart Title Here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37" hasCustomPrompt="1"/>
          </p:nvPr>
        </p:nvSpPr>
        <p:spPr>
          <a:xfrm>
            <a:off x="358774" y="1553672"/>
            <a:ext cx="5569200" cy="19099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r>
              <a:rPr lang="en-US"/>
              <a:t>Time Period, Units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s x 2">
    <p:bg>
      <p:bgPr>
        <a:solidFill>
          <a:schemeClr val="bg2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58774" y="1938339"/>
            <a:ext cx="5569200" cy="4067174"/>
          </a:xfrm>
        </p:spPr>
        <p:txBody>
          <a:bodyPr/>
          <a:lstStyle/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  <a:p>
            <a:pPr lvl="2"/>
            <a:r>
              <a:rPr lang="en-US"/>
              <a:t>Level three bullet point here</a:t>
            </a:r>
          </a:p>
          <a:p>
            <a:pPr lvl="3"/>
            <a:r>
              <a:rPr lang="en-US"/>
              <a:t>Level four bullet point here</a:t>
            </a:r>
          </a:p>
          <a:p>
            <a:pPr lvl="4"/>
            <a:r>
              <a:rPr lang="en-US"/>
              <a:t>Level five bullet point here</a:t>
            </a:r>
          </a:p>
        </p:txBody>
      </p:sp>
      <p:sp>
        <p:nvSpPr>
          <p:cNvPr id="23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259298" y="1938337"/>
            <a:ext cx="5569200" cy="4067175"/>
          </a:xfrm>
        </p:spPr>
        <p:txBody>
          <a:bodyPr/>
          <a:lstStyle/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  <a:p>
            <a:pPr lvl="2"/>
            <a:r>
              <a:rPr lang="en-US"/>
              <a:t>Level three bullet point here</a:t>
            </a:r>
          </a:p>
          <a:p>
            <a:pPr lvl="3"/>
            <a:r>
              <a:rPr lang="en-US"/>
              <a:t>Level four bullet point here</a:t>
            </a:r>
          </a:p>
          <a:p>
            <a:pPr lvl="4"/>
            <a:r>
              <a:rPr lang="en-US"/>
              <a:t>Level five bullet point here</a:t>
            </a:r>
          </a:p>
        </p:txBody>
      </p:sp>
      <p:sp>
        <p:nvSpPr>
          <p:cNvPr id="25" name="Text Placeholder 2"/>
          <p:cNvSpPr>
            <a:spLocks noGrp="1"/>
          </p:cNvSpPr>
          <p:nvPr>
            <p:ph type="body" idx="36" hasCustomPrompt="1"/>
          </p:nvPr>
        </p:nvSpPr>
        <p:spPr>
          <a:xfrm>
            <a:off x="358774" y="1349861"/>
            <a:ext cx="5569200" cy="20693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Chart Title Here</a:t>
            </a:r>
          </a:p>
        </p:txBody>
      </p:sp>
      <p:sp>
        <p:nvSpPr>
          <p:cNvPr id="26" name="Text Placeholder 2"/>
          <p:cNvSpPr>
            <a:spLocks noGrp="1"/>
          </p:cNvSpPr>
          <p:nvPr>
            <p:ph type="body" idx="37" hasCustomPrompt="1"/>
          </p:nvPr>
        </p:nvSpPr>
        <p:spPr>
          <a:xfrm>
            <a:off x="358774" y="1553672"/>
            <a:ext cx="5569200" cy="19099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r>
              <a:rPr lang="en-US"/>
              <a:t>Time Period, Units</a:t>
            </a:r>
          </a:p>
        </p:txBody>
      </p:sp>
      <p:sp>
        <p:nvSpPr>
          <p:cNvPr id="15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40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17" name="Text Placeholder 2"/>
          <p:cNvSpPr>
            <a:spLocks noGrp="1"/>
          </p:cNvSpPr>
          <p:nvPr>
            <p:ph type="body" idx="41" hasCustomPrompt="1"/>
          </p:nvPr>
        </p:nvSpPr>
        <p:spPr>
          <a:xfrm>
            <a:off x="6259298" y="1349861"/>
            <a:ext cx="5569200" cy="20693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Chart Title Here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idx="42" hasCustomPrompt="1"/>
          </p:nvPr>
        </p:nvSpPr>
        <p:spPr>
          <a:xfrm>
            <a:off x="6259298" y="1553672"/>
            <a:ext cx="5569200" cy="19099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r>
              <a:rPr lang="en-US"/>
              <a:t>Time Period, Units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Charts x 2 – with Subheading &amp; Text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Charts x 4 - Quadrant">
    <p:bg>
      <p:bgPr>
        <a:solidFill>
          <a:schemeClr val="bg2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Small Charts x 4 – Quadrant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65011" y="1769395"/>
            <a:ext cx="5569200" cy="1854000"/>
          </a:xfrm>
        </p:spPr>
        <p:txBody>
          <a:bodyPr/>
          <a:lstStyle/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  <a:p>
            <a:pPr lvl="2"/>
            <a:r>
              <a:rPr lang="en-US"/>
              <a:t>Level three bullet point here</a:t>
            </a:r>
          </a:p>
          <a:p>
            <a:pPr lvl="3"/>
            <a:r>
              <a:rPr lang="en-US"/>
              <a:t>Level four bullet point here</a:t>
            </a:r>
          </a:p>
          <a:p>
            <a:pPr lvl="4"/>
            <a:r>
              <a:rPr lang="en-US"/>
              <a:t>Level five bullet point here</a:t>
            </a:r>
          </a:p>
        </p:txBody>
      </p:sp>
      <p:sp>
        <p:nvSpPr>
          <p:cNvPr id="14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260035" y="1769393"/>
            <a:ext cx="5569200" cy="1854000"/>
          </a:xfrm>
        </p:spPr>
        <p:txBody>
          <a:bodyPr/>
          <a:lstStyle/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  <a:p>
            <a:pPr lvl="2"/>
            <a:r>
              <a:rPr lang="en-US"/>
              <a:t>Level three bullet point here</a:t>
            </a:r>
          </a:p>
          <a:p>
            <a:pPr lvl="3"/>
            <a:r>
              <a:rPr lang="en-US"/>
              <a:t>Level four bullet point here</a:t>
            </a:r>
          </a:p>
          <a:p>
            <a:pPr lvl="4"/>
            <a:r>
              <a:rPr lang="en-US"/>
              <a:t>Level five bullet point here</a:t>
            </a:r>
          </a:p>
        </p:txBody>
      </p:sp>
      <p:sp>
        <p:nvSpPr>
          <p:cNvPr id="52" name="Content Placeholder 3"/>
          <p:cNvSpPr>
            <a:spLocks noGrp="1"/>
          </p:cNvSpPr>
          <p:nvPr>
            <p:ph sz="half" idx="40" hasCustomPrompt="1"/>
          </p:nvPr>
        </p:nvSpPr>
        <p:spPr>
          <a:xfrm>
            <a:off x="365011" y="4151513"/>
            <a:ext cx="5569200" cy="1854000"/>
          </a:xfrm>
        </p:spPr>
        <p:txBody>
          <a:bodyPr/>
          <a:lstStyle/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  <a:p>
            <a:pPr lvl="2"/>
            <a:r>
              <a:rPr lang="en-US"/>
              <a:t>Level three bullet point here</a:t>
            </a:r>
          </a:p>
          <a:p>
            <a:pPr lvl="3"/>
            <a:r>
              <a:rPr lang="en-US"/>
              <a:t>Level four bullet point here</a:t>
            </a:r>
          </a:p>
          <a:p>
            <a:pPr lvl="4"/>
            <a:r>
              <a:rPr lang="en-US"/>
              <a:t>Level five bullet point here</a:t>
            </a:r>
          </a:p>
        </p:txBody>
      </p:sp>
      <p:sp>
        <p:nvSpPr>
          <p:cNvPr id="64" name="Content Placeholder 5"/>
          <p:cNvSpPr>
            <a:spLocks noGrp="1"/>
          </p:cNvSpPr>
          <p:nvPr>
            <p:ph sz="quarter" idx="43" hasCustomPrompt="1"/>
          </p:nvPr>
        </p:nvSpPr>
        <p:spPr>
          <a:xfrm>
            <a:off x="6260035" y="4151512"/>
            <a:ext cx="5569200" cy="1854000"/>
          </a:xfrm>
        </p:spPr>
        <p:txBody>
          <a:bodyPr/>
          <a:lstStyle/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  <a:p>
            <a:pPr lvl="2"/>
            <a:r>
              <a:rPr lang="en-US"/>
              <a:t>Level three bullet point here</a:t>
            </a:r>
          </a:p>
          <a:p>
            <a:pPr lvl="3"/>
            <a:r>
              <a:rPr lang="en-US"/>
              <a:t>Level four bullet point here</a:t>
            </a:r>
          </a:p>
          <a:p>
            <a:pPr lvl="4"/>
            <a:r>
              <a:rPr lang="en-US"/>
              <a:t>Level five bullet point here</a:t>
            </a:r>
          </a:p>
        </p:txBody>
      </p:sp>
      <p:sp>
        <p:nvSpPr>
          <p:cNvPr id="23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46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25" name="Text Placeholder 2"/>
          <p:cNvSpPr>
            <a:spLocks noGrp="1"/>
          </p:cNvSpPr>
          <p:nvPr>
            <p:ph type="body" idx="36" hasCustomPrompt="1"/>
          </p:nvPr>
        </p:nvSpPr>
        <p:spPr>
          <a:xfrm>
            <a:off x="365011" y="1349861"/>
            <a:ext cx="5569200" cy="20693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Chart Title Here</a:t>
            </a:r>
          </a:p>
        </p:txBody>
      </p:sp>
      <p:sp>
        <p:nvSpPr>
          <p:cNvPr id="26" name="Text Placeholder 2"/>
          <p:cNvSpPr>
            <a:spLocks noGrp="1"/>
          </p:cNvSpPr>
          <p:nvPr>
            <p:ph type="body" idx="37" hasCustomPrompt="1"/>
          </p:nvPr>
        </p:nvSpPr>
        <p:spPr>
          <a:xfrm>
            <a:off x="365011" y="1553672"/>
            <a:ext cx="5569200" cy="19099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r>
              <a:rPr lang="en-US"/>
              <a:t>Time Period, Units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idx="47" hasCustomPrompt="1"/>
          </p:nvPr>
        </p:nvSpPr>
        <p:spPr>
          <a:xfrm>
            <a:off x="6260035" y="1349861"/>
            <a:ext cx="5569200" cy="20693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Chart Title Here</a:t>
            </a:r>
          </a:p>
        </p:txBody>
      </p:sp>
      <p:sp>
        <p:nvSpPr>
          <p:cNvPr id="28" name="Text Placeholder 2"/>
          <p:cNvSpPr>
            <a:spLocks noGrp="1"/>
          </p:cNvSpPr>
          <p:nvPr>
            <p:ph type="body" idx="48" hasCustomPrompt="1"/>
          </p:nvPr>
        </p:nvSpPr>
        <p:spPr>
          <a:xfrm>
            <a:off x="6260035" y="1553672"/>
            <a:ext cx="5569200" cy="19099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r>
              <a:rPr lang="en-US"/>
              <a:t>Time Period, Units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49" hasCustomPrompt="1"/>
          </p:nvPr>
        </p:nvSpPr>
        <p:spPr>
          <a:xfrm>
            <a:off x="365011" y="3731998"/>
            <a:ext cx="5569200" cy="20693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Chart Title Here</a:t>
            </a:r>
          </a:p>
        </p:txBody>
      </p:sp>
      <p:sp>
        <p:nvSpPr>
          <p:cNvPr id="30" name="Text Placeholder 2"/>
          <p:cNvSpPr>
            <a:spLocks noGrp="1"/>
          </p:cNvSpPr>
          <p:nvPr>
            <p:ph type="body" idx="50" hasCustomPrompt="1"/>
          </p:nvPr>
        </p:nvSpPr>
        <p:spPr>
          <a:xfrm>
            <a:off x="365011" y="3935809"/>
            <a:ext cx="5569200" cy="19099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r>
              <a:rPr lang="en-US"/>
              <a:t>Time Period, Units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idx="51" hasCustomPrompt="1"/>
          </p:nvPr>
        </p:nvSpPr>
        <p:spPr>
          <a:xfrm>
            <a:off x="6260035" y="3731998"/>
            <a:ext cx="5569200" cy="20693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Chart Title Here</a:t>
            </a:r>
          </a:p>
        </p:txBody>
      </p:sp>
      <p:sp>
        <p:nvSpPr>
          <p:cNvPr id="32" name="Text Placeholder 2"/>
          <p:cNvSpPr>
            <a:spLocks noGrp="1"/>
          </p:cNvSpPr>
          <p:nvPr>
            <p:ph type="body" idx="52" hasCustomPrompt="1"/>
          </p:nvPr>
        </p:nvSpPr>
        <p:spPr>
          <a:xfrm>
            <a:off x="6260035" y="3935809"/>
            <a:ext cx="5569200" cy="19099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r>
              <a:rPr lang="en-US"/>
              <a:t>Time Period, Units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Charts x 2 - Subhead+Text">
    <p:bg>
      <p:bgPr>
        <a:solidFill>
          <a:schemeClr val="bg2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Small Charts x 2 – with Subheading &amp; Text</a:t>
            </a:r>
          </a:p>
        </p:txBody>
      </p:sp>
      <p:sp>
        <p:nvSpPr>
          <p:cNvPr id="14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258611" y="1744663"/>
            <a:ext cx="5569200" cy="4260850"/>
          </a:xfrm>
        </p:spPr>
        <p:txBody>
          <a:bodyPr/>
          <a:lstStyle/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  <a:p>
            <a:pPr lvl="2"/>
            <a:r>
              <a:rPr lang="en-US"/>
              <a:t>Level three bullet point here</a:t>
            </a:r>
          </a:p>
          <a:p>
            <a:pPr lvl="3"/>
            <a:r>
              <a:rPr lang="en-US"/>
              <a:t>Level four bullet point here</a:t>
            </a:r>
          </a:p>
          <a:p>
            <a:pPr lvl="4"/>
            <a:r>
              <a:rPr lang="en-US"/>
              <a:t>Level five bullet point here</a:t>
            </a:r>
          </a:p>
        </p:txBody>
      </p:sp>
      <p:sp>
        <p:nvSpPr>
          <p:cNvPr id="32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6258611" y="1344438"/>
            <a:ext cx="5569200" cy="400223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Subheading Here</a:t>
            </a:r>
          </a:p>
        </p:txBody>
      </p:sp>
      <p:sp>
        <p:nvSpPr>
          <p:cNvPr id="17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43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18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65011" y="1769395"/>
            <a:ext cx="5569200" cy="1854000"/>
          </a:xfrm>
        </p:spPr>
        <p:txBody>
          <a:bodyPr/>
          <a:lstStyle/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  <a:p>
            <a:pPr lvl="2"/>
            <a:r>
              <a:rPr lang="en-US"/>
              <a:t>Level three bullet point here</a:t>
            </a:r>
          </a:p>
          <a:p>
            <a:pPr lvl="3"/>
            <a:r>
              <a:rPr lang="en-US"/>
              <a:t>Level four bullet point here</a:t>
            </a:r>
          </a:p>
          <a:p>
            <a:pPr lvl="4"/>
            <a:r>
              <a:rPr lang="en-US"/>
              <a:t>Level five bullet point here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40" hasCustomPrompt="1"/>
          </p:nvPr>
        </p:nvSpPr>
        <p:spPr>
          <a:xfrm>
            <a:off x="365011" y="4151513"/>
            <a:ext cx="5569200" cy="1854000"/>
          </a:xfrm>
        </p:spPr>
        <p:txBody>
          <a:bodyPr/>
          <a:lstStyle/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  <a:p>
            <a:pPr lvl="2"/>
            <a:r>
              <a:rPr lang="en-US"/>
              <a:t>Level three bullet point here</a:t>
            </a:r>
          </a:p>
          <a:p>
            <a:pPr lvl="3"/>
            <a:r>
              <a:rPr lang="en-US"/>
              <a:t>Level four bullet point here</a:t>
            </a:r>
          </a:p>
          <a:p>
            <a:pPr lvl="4"/>
            <a:r>
              <a:rPr lang="en-US"/>
              <a:t>Level five bullet point here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idx="36" hasCustomPrompt="1"/>
          </p:nvPr>
        </p:nvSpPr>
        <p:spPr>
          <a:xfrm>
            <a:off x="365011" y="1349861"/>
            <a:ext cx="5569200" cy="20693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Chart Title Here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idx="37" hasCustomPrompt="1"/>
          </p:nvPr>
        </p:nvSpPr>
        <p:spPr>
          <a:xfrm>
            <a:off x="365011" y="1553672"/>
            <a:ext cx="5569200" cy="19099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r>
              <a:rPr lang="en-US"/>
              <a:t>Time Period, Units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49" hasCustomPrompt="1"/>
          </p:nvPr>
        </p:nvSpPr>
        <p:spPr>
          <a:xfrm>
            <a:off x="365011" y="3731998"/>
            <a:ext cx="5569200" cy="20693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Chart Title Here</a:t>
            </a:r>
          </a:p>
        </p:txBody>
      </p:sp>
      <p:sp>
        <p:nvSpPr>
          <p:cNvPr id="24" name="Text Placeholder 2"/>
          <p:cNvSpPr>
            <a:spLocks noGrp="1"/>
          </p:cNvSpPr>
          <p:nvPr>
            <p:ph type="body" idx="50" hasCustomPrompt="1"/>
          </p:nvPr>
        </p:nvSpPr>
        <p:spPr>
          <a:xfrm>
            <a:off x="365011" y="3935809"/>
            <a:ext cx="5569200" cy="19099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r>
              <a:rPr lang="en-US"/>
              <a:t>Time Period, Units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. Small Charts x 2 - Subhead+Text">
    <p:bg>
      <p:bgPr>
        <a:solidFill>
          <a:schemeClr val="bg2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Alternate Small Charts x 2 – with Subheading &amp; Text</a:t>
            </a:r>
          </a:p>
        </p:txBody>
      </p:sp>
      <p:sp>
        <p:nvSpPr>
          <p:cNvPr id="40" name="Content Placeholder 5"/>
          <p:cNvSpPr>
            <a:spLocks noGrp="1"/>
          </p:cNvSpPr>
          <p:nvPr>
            <p:ph sz="quarter" idx="40" hasCustomPrompt="1"/>
          </p:nvPr>
        </p:nvSpPr>
        <p:spPr>
          <a:xfrm>
            <a:off x="365011" y="4092091"/>
            <a:ext cx="11445874" cy="1913422"/>
          </a:xfrm>
        </p:spPr>
        <p:txBody>
          <a:bodyPr/>
          <a:lstStyle/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  <a:p>
            <a:pPr lvl="2"/>
            <a:r>
              <a:rPr lang="en-US"/>
              <a:t>Level three bullet point here</a:t>
            </a:r>
          </a:p>
          <a:p>
            <a:pPr lvl="3"/>
            <a:r>
              <a:rPr lang="en-US"/>
              <a:t>Level four bullet point here</a:t>
            </a:r>
          </a:p>
          <a:p>
            <a:pPr lvl="4"/>
            <a:r>
              <a:rPr lang="en-US"/>
              <a:t>Level five bullet point here</a:t>
            </a:r>
          </a:p>
        </p:txBody>
      </p:sp>
      <p:sp>
        <p:nvSpPr>
          <p:cNvPr id="41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358775" y="3736931"/>
            <a:ext cx="11445874" cy="349423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Subheading Here</a:t>
            </a:r>
          </a:p>
        </p:txBody>
      </p:sp>
      <p:sp>
        <p:nvSpPr>
          <p:cNvPr id="16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19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65011" y="1769395"/>
            <a:ext cx="5569200" cy="1854000"/>
          </a:xfrm>
        </p:spPr>
        <p:txBody>
          <a:bodyPr/>
          <a:lstStyle/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  <a:p>
            <a:pPr lvl="2"/>
            <a:r>
              <a:rPr lang="en-US"/>
              <a:t>Level three bullet point here</a:t>
            </a:r>
          </a:p>
          <a:p>
            <a:pPr lvl="3"/>
            <a:r>
              <a:rPr lang="en-US"/>
              <a:t>Level four bullet point here</a:t>
            </a:r>
          </a:p>
          <a:p>
            <a:pPr lvl="4"/>
            <a:r>
              <a:rPr lang="en-US"/>
              <a:t>Level five bullet point here</a:t>
            </a:r>
          </a:p>
        </p:txBody>
      </p:sp>
      <p:sp>
        <p:nvSpPr>
          <p:cNvPr id="20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260035" y="1769393"/>
            <a:ext cx="5569200" cy="1854000"/>
          </a:xfrm>
        </p:spPr>
        <p:txBody>
          <a:bodyPr/>
          <a:lstStyle/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  <a:p>
            <a:pPr lvl="2"/>
            <a:r>
              <a:rPr lang="en-US"/>
              <a:t>Level three bullet point here</a:t>
            </a:r>
          </a:p>
          <a:p>
            <a:pPr lvl="3"/>
            <a:r>
              <a:rPr lang="en-US"/>
              <a:t>Level four bullet point here</a:t>
            </a:r>
          </a:p>
          <a:p>
            <a:pPr lvl="4"/>
            <a:r>
              <a:rPr lang="en-US"/>
              <a:t>Level five bullet point here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idx="36" hasCustomPrompt="1"/>
          </p:nvPr>
        </p:nvSpPr>
        <p:spPr>
          <a:xfrm>
            <a:off x="365011" y="1349861"/>
            <a:ext cx="5569200" cy="20693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Chart Title Here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idx="37" hasCustomPrompt="1"/>
          </p:nvPr>
        </p:nvSpPr>
        <p:spPr>
          <a:xfrm>
            <a:off x="365011" y="1553672"/>
            <a:ext cx="5569200" cy="19099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r>
              <a:rPr lang="en-US"/>
              <a:t>Time Period, Units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47" hasCustomPrompt="1"/>
          </p:nvPr>
        </p:nvSpPr>
        <p:spPr>
          <a:xfrm>
            <a:off x="6260035" y="1349861"/>
            <a:ext cx="5569200" cy="20693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Chart Title Here</a:t>
            </a:r>
          </a:p>
        </p:txBody>
      </p:sp>
      <p:sp>
        <p:nvSpPr>
          <p:cNvPr id="24" name="Text Placeholder 2"/>
          <p:cNvSpPr>
            <a:spLocks noGrp="1"/>
          </p:cNvSpPr>
          <p:nvPr>
            <p:ph type="body" idx="48" hasCustomPrompt="1"/>
          </p:nvPr>
        </p:nvSpPr>
        <p:spPr>
          <a:xfrm>
            <a:off x="6260035" y="1553672"/>
            <a:ext cx="5569200" cy="19099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r>
              <a:rPr lang="en-US"/>
              <a:t>Time Period, Units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Table Slide">
    <p:bg>
      <p:bgPr>
        <a:solidFill>
          <a:schemeClr val="bg2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Single Table Slide</a:t>
            </a:r>
          </a:p>
        </p:txBody>
      </p:sp>
      <p:sp>
        <p:nvSpPr>
          <p:cNvPr id="5" name="Table Placeholder 4"/>
          <p:cNvSpPr>
            <a:spLocks noGrp="1"/>
          </p:cNvSpPr>
          <p:nvPr>
            <p:ph type="tbl" sz="quarter" idx="15"/>
          </p:nvPr>
        </p:nvSpPr>
        <p:spPr>
          <a:xfrm>
            <a:off x="358775" y="1341437"/>
            <a:ext cx="11461750" cy="4664075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AU"/>
          </a:p>
        </p:txBody>
      </p:sp>
      <p:sp>
        <p:nvSpPr>
          <p:cNvPr id="11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temis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err="1"/>
              <a:t>Itemised</a:t>
            </a:r>
            <a:r>
              <a:rPr lang="en-US"/>
              <a:t> List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358775" y="1938338"/>
            <a:ext cx="2749550" cy="900000"/>
          </a:xfr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err="1"/>
              <a:t>Capitalise</a:t>
            </a:r>
            <a:r>
              <a:rPr lang="en-US"/>
              <a:t> Each Word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358775" y="4928390"/>
            <a:ext cx="2749550" cy="900000"/>
          </a:xfr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err="1"/>
              <a:t>Capitalise</a:t>
            </a:r>
            <a:r>
              <a:rPr lang="en-US"/>
              <a:t> Each Word</a:t>
            </a:r>
          </a:p>
        </p:txBody>
      </p:sp>
      <p:sp>
        <p:nvSpPr>
          <p:cNvPr id="30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358775" y="2935022"/>
            <a:ext cx="2749550" cy="900000"/>
          </a:xfr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err="1"/>
              <a:t>Capitalise</a:t>
            </a:r>
            <a:r>
              <a:rPr lang="en-US"/>
              <a:t> Each Word</a:t>
            </a:r>
          </a:p>
        </p:txBody>
      </p:sp>
      <p:sp>
        <p:nvSpPr>
          <p:cNvPr id="33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358775" y="3931706"/>
            <a:ext cx="2749550" cy="900000"/>
          </a:xfr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err="1"/>
              <a:t>Capitalise</a:t>
            </a:r>
            <a:r>
              <a:rPr lang="en-US"/>
              <a:t> Each Word</a:t>
            </a:r>
          </a:p>
        </p:txBody>
      </p:sp>
      <p:sp>
        <p:nvSpPr>
          <p:cNvPr id="14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3263899" y="1938338"/>
            <a:ext cx="8566149" cy="900000"/>
          </a:xfrm>
          <a:solidFill>
            <a:schemeClr val="bg2">
              <a:alpha val="75000"/>
            </a:schemeClr>
          </a:solidFill>
        </p:spPr>
        <p:txBody>
          <a:bodyPr vert="horz" lIns="72000" tIns="72000" rIns="72000" bIns="0" rtlCol="0" anchor="t">
            <a:no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7" hasCustomPrompt="1"/>
          </p:nvPr>
        </p:nvSpPr>
        <p:spPr>
          <a:xfrm>
            <a:off x="3263899" y="2935022"/>
            <a:ext cx="8566149" cy="900000"/>
          </a:xfrm>
          <a:solidFill>
            <a:schemeClr val="bg2">
              <a:alpha val="75000"/>
            </a:schemeClr>
          </a:solidFill>
        </p:spPr>
        <p:txBody>
          <a:bodyPr vert="horz" lIns="72000" tIns="72000" rIns="72000" bIns="0" rtlCol="0" anchor="t">
            <a:no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28" hasCustomPrompt="1"/>
          </p:nvPr>
        </p:nvSpPr>
        <p:spPr>
          <a:xfrm>
            <a:off x="3263899" y="3931706"/>
            <a:ext cx="8566149" cy="900000"/>
          </a:xfrm>
          <a:solidFill>
            <a:schemeClr val="bg2">
              <a:alpha val="75000"/>
            </a:schemeClr>
          </a:solidFill>
        </p:spPr>
        <p:txBody>
          <a:bodyPr vert="horz" lIns="72000" tIns="72000" rIns="72000" bIns="0" rtlCol="0" anchor="t">
            <a:no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29" hasCustomPrompt="1"/>
          </p:nvPr>
        </p:nvSpPr>
        <p:spPr>
          <a:xfrm>
            <a:off x="3263899" y="4928390"/>
            <a:ext cx="8566149" cy="900000"/>
          </a:xfrm>
          <a:solidFill>
            <a:schemeClr val="bg2">
              <a:alpha val="75000"/>
            </a:schemeClr>
          </a:solidFill>
        </p:spPr>
        <p:txBody>
          <a:bodyPr vert="horz" lIns="72000" tIns="72000" rIns="72000" bIns="0" rtlCol="0" anchor="t">
            <a:no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temised List With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956235" y="1938338"/>
            <a:ext cx="2412607" cy="900000"/>
          </a:xfrm>
          <a:solidFill>
            <a:schemeClr val="accent2"/>
          </a:solidFill>
        </p:spPr>
        <p:txBody>
          <a:bodyPr lIns="108000" rIns="108000"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err="1"/>
              <a:t>Capitalise</a:t>
            </a:r>
            <a:r>
              <a:rPr lang="en-US"/>
              <a:t> Each Word                                                   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err="1"/>
              <a:t>Itemised</a:t>
            </a:r>
            <a:r>
              <a:rPr lang="en-US"/>
              <a:t> List – w Titles</a:t>
            </a:r>
          </a:p>
        </p:txBody>
      </p:sp>
      <p:sp>
        <p:nvSpPr>
          <p:cNvPr id="48" name="Text Placeholder 2"/>
          <p:cNvSpPr>
            <a:spLocks noGrp="1"/>
          </p:cNvSpPr>
          <p:nvPr>
            <p:ph type="body" idx="23" hasCustomPrompt="1"/>
          </p:nvPr>
        </p:nvSpPr>
        <p:spPr>
          <a:xfrm>
            <a:off x="358775" y="1344440"/>
            <a:ext cx="2713036" cy="402211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Small Heading in Title Case</a:t>
            </a:r>
          </a:p>
        </p:txBody>
      </p:sp>
      <p:sp>
        <p:nvSpPr>
          <p:cNvPr id="52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3776662" y="1344440"/>
            <a:ext cx="8053200" cy="402211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Small Heading in Title Case</a:t>
            </a:r>
          </a:p>
        </p:txBody>
      </p:sp>
      <p:sp>
        <p:nvSpPr>
          <p:cNvPr id="24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32" hasCustomPrompt="1"/>
          </p:nvPr>
        </p:nvSpPr>
        <p:spPr>
          <a:xfrm>
            <a:off x="3776663" y="1938338"/>
            <a:ext cx="8053387" cy="900000"/>
          </a:xfrm>
          <a:solidFill>
            <a:schemeClr val="bg2">
              <a:alpha val="75000"/>
            </a:schemeClr>
          </a:solidFill>
        </p:spPr>
        <p:txBody>
          <a:bodyPr vert="horz" lIns="72000" tIns="72000" rIns="72000" bIns="0" rtlCol="0" anchor="t">
            <a:no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quarter" idx="33" hasCustomPrompt="1"/>
          </p:nvPr>
        </p:nvSpPr>
        <p:spPr>
          <a:xfrm>
            <a:off x="3776663" y="2935022"/>
            <a:ext cx="8053387" cy="900000"/>
          </a:xfrm>
          <a:solidFill>
            <a:schemeClr val="bg2">
              <a:alpha val="75000"/>
            </a:schemeClr>
          </a:solidFill>
        </p:spPr>
        <p:txBody>
          <a:bodyPr vert="horz" lIns="72000" tIns="72000" rIns="72000" bIns="0" rtlCol="0" anchor="t">
            <a:no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</p:txBody>
      </p:sp>
      <p:sp>
        <p:nvSpPr>
          <p:cNvPr id="28" name="Text Placeholder 3"/>
          <p:cNvSpPr>
            <a:spLocks noGrp="1"/>
          </p:cNvSpPr>
          <p:nvPr>
            <p:ph type="body" sz="quarter" idx="34" hasCustomPrompt="1"/>
          </p:nvPr>
        </p:nvSpPr>
        <p:spPr>
          <a:xfrm>
            <a:off x="3776663" y="3931706"/>
            <a:ext cx="8053387" cy="900000"/>
          </a:xfrm>
          <a:solidFill>
            <a:schemeClr val="bg2">
              <a:alpha val="75000"/>
            </a:schemeClr>
          </a:solidFill>
        </p:spPr>
        <p:txBody>
          <a:bodyPr vert="horz" lIns="72000" tIns="72000" rIns="72000" bIns="0" rtlCol="0" anchor="t">
            <a:no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</p:txBody>
      </p:sp>
      <p:sp>
        <p:nvSpPr>
          <p:cNvPr id="29" name="Text Placeholder 3"/>
          <p:cNvSpPr>
            <a:spLocks noGrp="1"/>
          </p:cNvSpPr>
          <p:nvPr>
            <p:ph type="body" sz="quarter" idx="35" hasCustomPrompt="1"/>
          </p:nvPr>
        </p:nvSpPr>
        <p:spPr>
          <a:xfrm>
            <a:off x="3776663" y="4928390"/>
            <a:ext cx="8053387" cy="900000"/>
          </a:xfrm>
          <a:solidFill>
            <a:schemeClr val="bg2">
              <a:alpha val="75000"/>
            </a:schemeClr>
          </a:solidFill>
        </p:spPr>
        <p:txBody>
          <a:bodyPr vert="horz" lIns="72000" tIns="72000" rIns="72000" bIns="0" rtlCol="0" anchor="t">
            <a:no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8F89C6CF-C253-824A-9ABF-913F949170A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8775" y="1938290"/>
            <a:ext cx="597460" cy="900000"/>
          </a:xfrm>
          <a:solidFill>
            <a:schemeClr val="accent1"/>
          </a:solidFill>
        </p:spPr>
        <p:txBody>
          <a:bodyPr lIns="108000" rIns="108000" anchor="ctr"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8530F77E-9291-5941-9665-2B0EFF8DCED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56235" y="2935070"/>
            <a:ext cx="2412607" cy="900000"/>
          </a:xfrm>
          <a:solidFill>
            <a:schemeClr val="accent2"/>
          </a:solidFill>
        </p:spPr>
        <p:txBody>
          <a:bodyPr lIns="108000" rIns="108000"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err="1"/>
              <a:t>Capitalise</a:t>
            </a:r>
            <a:r>
              <a:rPr lang="en-US"/>
              <a:t> Each Word                                                   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625529E1-B685-5A4F-9093-371EBBA4F95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58775" y="2935022"/>
            <a:ext cx="597460" cy="900000"/>
          </a:xfrm>
          <a:solidFill>
            <a:schemeClr val="accent1"/>
          </a:solidFill>
        </p:spPr>
        <p:txBody>
          <a:bodyPr lIns="108000" rIns="108000" anchor="ctr"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0FE75AEC-114C-9C4F-BBEC-73F32CFE1B5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6235" y="3931706"/>
            <a:ext cx="2412607" cy="900000"/>
          </a:xfrm>
          <a:solidFill>
            <a:schemeClr val="accent2"/>
          </a:solidFill>
        </p:spPr>
        <p:txBody>
          <a:bodyPr lIns="108000" rIns="108000"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err="1"/>
              <a:t>Capitalise</a:t>
            </a:r>
            <a:r>
              <a:rPr lang="en-US"/>
              <a:t> Each Word                                                   </a:t>
            </a: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1DBF10E6-92F0-7E4D-9600-EA92C8586C1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58775" y="3931658"/>
            <a:ext cx="597460" cy="900000"/>
          </a:xfrm>
          <a:solidFill>
            <a:schemeClr val="accent1"/>
          </a:solidFill>
        </p:spPr>
        <p:txBody>
          <a:bodyPr lIns="108000" rIns="108000" anchor="ctr"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826FBB4F-186D-1744-A1A3-DDC85484525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56235" y="4928390"/>
            <a:ext cx="2412607" cy="900000"/>
          </a:xfrm>
          <a:solidFill>
            <a:schemeClr val="accent2"/>
          </a:solidFill>
        </p:spPr>
        <p:txBody>
          <a:bodyPr lIns="108000" rIns="108000"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err="1"/>
              <a:t>Capitalise</a:t>
            </a:r>
            <a:r>
              <a:rPr lang="en-US"/>
              <a:t> Each Word                                                   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8F41C377-7AB8-D644-B727-0554D908B0D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8775" y="4928342"/>
            <a:ext cx="597460" cy="900000"/>
          </a:xfrm>
          <a:solidFill>
            <a:schemeClr val="accent1"/>
          </a:solidFill>
        </p:spPr>
        <p:txBody>
          <a:bodyPr lIns="108000" rIns="108000" anchor="ctr"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4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2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2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Title Only slide</a:t>
            </a:r>
          </a:p>
        </p:txBody>
      </p:sp>
      <p:sp>
        <p:nvSpPr>
          <p:cNvPr id="6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act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366712" y="1341437"/>
            <a:ext cx="5570537" cy="4664075"/>
          </a:xfrm>
        </p:spPr>
        <p:txBody>
          <a:bodyPr/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3600">
                <a:solidFill>
                  <a:schemeClr val="accent2"/>
                </a:solidFill>
                <a:latin typeface="+mj-lt"/>
              </a:defRPr>
            </a:lvl1pPr>
            <a:lvl2pPr>
              <a:defRPr sz="3600">
                <a:solidFill>
                  <a:schemeClr val="accent2"/>
                </a:solidFill>
                <a:latin typeface="+mj-lt"/>
              </a:defRPr>
            </a:lvl2pPr>
            <a:lvl3pPr>
              <a:defRPr sz="3600">
                <a:solidFill>
                  <a:schemeClr val="accent2"/>
                </a:solidFill>
                <a:latin typeface="+mj-lt"/>
              </a:defRPr>
            </a:lvl3pPr>
            <a:lvl4pPr>
              <a:defRPr sz="3600">
                <a:solidFill>
                  <a:schemeClr val="accent2"/>
                </a:solidFill>
                <a:latin typeface="+mj-lt"/>
              </a:defRPr>
            </a:lvl4pPr>
            <a:lvl5pPr>
              <a:defRPr sz="3600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This is a heading </a:t>
            </a:r>
          </a:p>
          <a:p>
            <a:pPr lvl="0"/>
            <a:r>
              <a:rPr lang="en-US"/>
              <a:t>style for creating </a:t>
            </a:r>
          </a:p>
          <a:p>
            <a:pPr lvl="0"/>
            <a:r>
              <a:rPr lang="en-US"/>
              <a:t>statements </a:t>
            </a:r>
          </a:p>
          <a:p>
            <a:pPr lvl="0"/>
            <a:r>
              <a:rPr lang="en-US"/>
              <a:t>with impact.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357188"/>
            <a:ext cx="5557838" cy="695325"/>
          </a:xfrm>
        </p:spPr>
        <p:txBody>
          <a:bodyPr/>
          <a:lstStyle>
            <a:lvl1pPr marL="0" indent="0">
              <a:buNone/>
              <a:defRPr sz="1200">
                <a:solidFill>
                  <a:schemeClr val="accent2"/>
                </a:solidFill>
              </a:defRPr>
            </a:lvl1pPr>
            <a:lvl2pPr marL="6351" indent="0">
              <a:buNone/>
              <a:defRPr/>
            </a:lvl2pPr>
          </a:lstStyle>
          <a:p>
            <a:pPr lvl="0"/>
            <a:r>
              <a:rPr lang="en-US" sz="1200" u="none" baseline="0">
                <a:solidFill>
                  <a:srgbClr val="13939D"/>
                </a:solidFill>
                <a:latin typeface="MarkOT-Light" charset="0"/>
              </a:rPr>
              <a:t>Option for small intro heading that doesn’t compete with bold statement.</a:t>
            </a:r>
            <a:endParaRPr lang="en-US"/>
          </a:p>
        </p:txBody>
      </p:sp>
      <p:sp>
        <p:nvSpPr>
          <p:cNvPr id="10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 Column Large Text">
    <p:bg>
      <p:bgPr>
        <a:solidFill>
          <a:schemeClr val="bg2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Triple Column – Large Text</a:t>
            </a:r>
          </a:p>
        </p:txBody>
      </p:sp>
      <p:sp>
        <p:nvSpPr>
          <p:cNvPr id="10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358775" y="1341438"/>
            <a:ext cx="2749550" cy="4664075"/>
          </a:xfrm>
        </p:spPr>
        <p:txBody>
          <a:bodyPr/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9"/>
          </p:nvPr>
        </p:nvSpPr>
        <p:spPr>
          <a:xfrm>
            <a:off x="3272663" y="1341438"/>
            <a:ext cx="2749550" cy="4664075"/>
          </a:xfrm>
        </p:spPr>
        <p:txBody>
          <a:bodyPr/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6186551" y="1341438"/>
            <a:ext cx="2749550" cy="4664075"/>
          </a:xfrm>
        </p:spPr>
        <p:txBody>
          <a:bodyPr/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- Hierarchy Text">
    <p:bg>
      <p:bgPr>
        <a:solidFill>
          <a:schemeClr val="bg2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Single Column – Hierarchy Text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66523" y="1341437"/>
            <a:ext cx="2754000" cy="4664076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800" baseline="0">
                <a:solidFill>
                  <a:schemeClr val="accent2"/>
                </a:solidFill>
                <a:latin typeface="+mn-lt"/>
              </a:defRPr>
            </a:lvl1pPr>
            <a:lvl2pPr marL="6351" indent="0">
              <a:buNone/>
              <a:defRPr sz="1100" b="0" i="0">
                <a:solidFill>
                  <a:schemeClr val="accent2"/>
                </a:solidFill>
                <a:latin typeface="Mark OT Medium" charset="0"/>
                <a:ea typeface="Mark OT Medium" charset="0"/>
                <a:cs typeface="Mark OT Medium" charset="0"/>
              </a:defRPr>
            </a:lvl2pPr>
            <a:lvl3pPr marL="6351" indent="0">
              <a:buNone/>
              <a:tabLst/>
              <a:defRPr sz="1100" b="0" i="0" baseline="0">
                <a:latin typeface="+mn-lt"/>
                <a:ea typeface="MarkOT" charset="0"/>
                <a:cs typeface="MarkOT" charset="0"/>
              </a:defRPr>
            </a:lvl3pPr>
          </a:lstStyle>
          <a:p>
            <a:pPr lvl="0"/>
            <a:r>
              <a:rPr lang="en-US"/>
              <a:t>If you want a hierarchy of type on one page. Start with large body copy for introductions and shorter sentences. </a:t>
            </a:r>
          </a:p>
          <a:p>
            <a:pPr lvl="1"/>
            <a:r>
              <a:rPr lang="en-US"/>
              <a:t>Sentence two.</a:t>
            </a:r>
          </a:p>
          <a:p>
            <a:pPr lvl="2"/>
            <a:r>
              <a:rPr lang="en-US"/>
              <a:t>Sentence three.</a:t>
            </a:r>
          </a:p>
        </p:txBody>
      </p:sp>
      <p:sp>
        <p:nvSpPr>
          <p:cNvPr id="7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- Narrow">
    <p:bg>
      <p:bgPr>
        <a:solidFill>
          <a:schemeClr val="bg2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Single Column – Narrow</a:t>
            </a:r>
          </a:p>
        </p:txBody>
      </p:sp>
      <p:sp>
        <p:nvSpPr>
          <p:cNvPr id="7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358775" y="1343251"/>
            <a:ext cx="2749550" cy="46622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Imag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96098" y="6359778"/>
            <a:ext cx="2286827" cy="126747"/>
          </a:xfrm>
          <a:prstGeom prst="rect">
            <a:avLst/>
          </a:prstGeom>
        </p:spPr>
        <p:txBody>
          <a:bodyPr/>
          <a:lstStyle/>
          <a:p>
            <a:fld id="{7202D209-1045-654D-842B-3FF4E3A81A76}" type="datetime1">
              <a:rPr lang="en-AU" smtClean="0"/>
              <a:t>10/08/2026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bg2">
              <a:lumMod val="20000"/>
              <a:lumOff val="8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>
              <a:buNone/>
              <a:defRPr lang="en-US" sz="1400" dirty="0"/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8" name="Title 5"/>
          <p:cNvSpPr>
            <a:spLocks noGrp="1"/>
          </p:cNvSpPr>
          <p:nvPr>
            <p:ph type="title" hasCustomPrompt="1"/>
          </p:nvPr>
        </p:nvSpPr>
        <p:spPr>
          <a:xfrm>
            <a:off x="358775" y="357809"/>
            <a:ext cx="11461750" cy="694712"/>
          </a:xfrm>
        </p:spPr>
        <p:txBody>
          <a:bodyPr/>
          <a:lstStyle>
            <a:lvl1pPr>
              <a:defRPr baseline="0"/>
            </a:lvl1pPr>
          </a:lstStyle>
          <a:p>
            <a:br>
              <a:rPr lang="en-US"/>
            </a:br>
            <a:r>
              <a:rPr lang="en-US"/>
              <a:t>Full Page Image – w Title</a:t>
            </a:r>
          </a:p>
        </p:txBody>
      </p:sp>
      <p:sp>
        <p:nvSpPr>
          <p:cNvPr id="9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96098" y="6359778"/>
            <a:ext cx="2286827" cy="126747"/>
          </a:xfrm>
          <a:prstGeom prst="rect">
            <a:avLst/>
          </a:prstGeom>
        </p:spPr>
        <p:txBody>
          <a:bodyPr/>
          <a:lstStyle/>
          <a:p>
            <a:fld id="{D48C2A3B-5DC7-254B-A819-DFDB309E2C98}" type="datetime1">
              <a:rPr lang="en-AU" smtClean="0"/>
              <a:t>10/08/2026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bg2">
              <a:lumMod val="20000"/>
              <a:lumOff val="8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>
              <a:buNone/>
              <a:defRPr lang="en-US" sz="1400"/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6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 Image Squ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Large Image – Square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6667827" y="1349192"/>
            <a:ext cx="5148000" cy="5148000"/>
          </a:xfrm>
          <a:solidFill>
            <a:schemeClr val="bg2">
              <a:lumMod val="20000"/>
              <a:lumOff val="8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>
              <a:buNone/>
              <a:defRPr lang="en-US" sz="1400"/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8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358775" y="1343251"/>
            <a:ext cx="2749550" cy="46622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 Image Portra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Large Image – Portrait</a:t>
            </a: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7400441" y="1349192"/>
            <a:ext cx="4415386" cy="5148000"/>
          </a:xfrm>
          <a:solidFill>
            <a:schemeClr val="bg2">
              <a:lumMod val="20000"/>
              <a:lumOff val="8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>
              <a:buNone/>
              <a:defRPr lang="en-US" sz="1400"/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10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358775" y="1343251"/>
            <a:ext cx="2749550" cy="46622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 Image Landscap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Large Image – Landscape</a:t>
            </a:r>
          </a:p>
        </p:txBody>
      </p:sp>
      <p:sp>
        <p:nvSpPr>
          <p:cNvPr id="12" name="Picture Placeholder 10"/>
          <p:cNvSpPr>
            <a:spLocks noGrp="1"/>
          </p:cNvSpPr>
          <p:nvPr>
            <p:ph type="pic" sz="quarter" idx="15"/>
          </p:nvPr>
        </p:nvSpPr>
        <p:spPr>
          <a:xfrm>
            <a:off x="3275014" y="1341442"/>
            <a:ext cx="8545512" cy="4006756"/>
          </a:xfrm>
          <a:solidFill>
            <a:schemeClr val="bg2">
              <a:lumMod val="20000"/>
              <a:lumOff val="8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>
              <a:buNone/>
              <a:defRPr lang="en-US" sz="1400"/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3275014" y="5511711"/>
            <a:ext cx="2641599" cy="330295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900">
                <a:solidFill>
                  <a:schemeClr val="accent1"/>
                </a:solidFill>
              </a:defRPr>
            </a:lvl1pPr>
          </a:lstStyle>
          <a:p>
            <a:r>
              <a:rPr lang="en-US"/>
              <a:t>Our caption size is 9pt on 11pt leading, used for pointing out images.</a:t>
            </a:r>
          </a:p>
        </p:txBody>
      </p:sp>
      <p:sp>
        <p:nvSpPr>
          <p:cNvPr id="9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58775" y="1343251"/>
            <a:ext cx="2749550" cy="46622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dium Image Square x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Medium Image – Square x1</a:t>
            </a:r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9083730" y="1341443"/>
            <a:ext cx="2754000" cy="24840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358775" y="1343251"/>
            <a:ext cx="2749550" cy="46622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dium Image Square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Medium Image – Square x2</a:t>
            </a:r>
          </a:p>
        </p:txBody>
      </p:sp>
      <p:sp>
        <p:nvSpPr>
          <p:cNvPr id="9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358775" y="1343251"/>
            <a:ext cx="2749550" cy="46622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9083730" y="1341443"/>
            <a:ext cx="2754000" cy="24840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6182875" y="1341443"/>
            <a:ext cx="2735700" cy="24840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dium Image Square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Medium Image – Square x4</a:t>
            </a:r>
          </a:p>
        </p:txBody>
      </p:sp>
      <p:sp>
        <p:nvSpPr>
          <p:cNvPr id="15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358775" y="1343251"/>
            <a:ext cx="2749550" cy="46622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9083730" y="1341443"/>
            <a:ext cx="2754000" cy="24840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182875" y="1341443"/>
            <a:ext cx="2735700" cy="24840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7"/>
          </p:nvPr>
        </p:nvSpPr>
        <p:spPr>
          <a:xfrm>
            <a:off x="9083730" y="4002525"/>
            <a:ext cx="2754000" cy="24840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8"/>
          </p:nvPr>
        </p:nvSpPr>
        <p:spPr>
          <a:xfrm>
            <a:off x="6182875" y="4002525"/>
            <a:ext cx="2735700" cy="24840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dium Image Square x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Medium Image – Square x6</a:t>
            </a:r>
          </a:p>
        </p:txBody>
      </p:sp>
      <p:sp>
        <p:nvSpPr>
          <p:cNvPr id="20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358775" y="1343251"/>
            <a:ext cx="2749550" cy="46622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9083730" y="1341443"/>
            <a:ext cx="2754000" cy="24840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182875" y="1341443"/>
            <a:ext cx="2735700" cy="24840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6"/>
          <p:cNvSpPr>
            <a:spLocks noGrp="1"/>
          </p:cNvSpPr>
          <p:nvPr>
            <p:ph type="pic" sz="quarter" idx="27"/>
          </p:nvPr>
        </p:nvSpPr>
        <p:spPr>
          <a:xfrm>
            <a:off x="9083730" y="4002525"/>
            <a:ext cx="2754000" cy="24840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6"/>
          <p:cNvSpPr>
            <a:spLocks noGrp="1"/>
          </p:cNvSpPr>
          <p:nvPr>
            <p:ph type="pic" sz="quarter" idx="28"/>
          </p:nvPr>
        </p:nvSpPr>
        <p:spPr>
          <a:xfrm>
            <a:off x="6182875" y="4002525"/>
            <a:ext cx="2735700" cy="24840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6"/>
          <p:cNvSpPr>
            <a:spLocks noGrp="1"/>
          </p:cNvSpPr>
          <p:nvPr>
            <p:ph type="pic" sz="quarter" idx="29"/>
          </p:nvPr>
        </p:nvSpPr>
        <p:spPr>
          <a:xfrm>
            <a:off x="3282020" y="1341443"/>
            <a:ext cx="2735700" cy="24840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Picture Placeholder 6"/>
          <p:cNvSpPr>
            <a:spLocks noGrp="1"/>
          </p:cNvSpPr>
          <p:nvPr>
            <p:ph type="pic" sz="quarter" idx="30"/>
          </p:nvPr>
        </p:nvSpPr>
        <p:spPr>
          <a:xfrm>
            <a:off x="3282020" y="4002525"/>
            <a:ext cx="2735700" cy="24840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dium Image Portra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Medium Image – Portrait x1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7644039" y="1341437"/>
            <a:ext cx="4183200" cy="5145088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358775" y="1343251"/>
            <a:ext cx="2749550" cy="46622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702">
          <p15:clr>
            <a:srgbClr val="FBAE40"/>
          </p15:clr>
        </p15:guide>
        <p15:guide id="3" pos="481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dium Image Portrait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Medium Image – Portrait x2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7635875" y="1341437"/>
            <a:ext cx="4184650" cy="5145088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3276732" y="1341437"/>
            <a:ext cx="4183200" cy="5145088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358775" y="1343251"/>
            <a:ext cx="2749550" cy="46622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160" userDrawn="1">
          <p15:clr>
            <a:srgbClr val="FBAE40"/>
          </p15:clr>
        </p15:guide>
        <p15:guide id="5" pos="4702" userDrawn="1">
          <p15:clr>
            <a:srgbClr val="FBAE40"/>
          </p15:clr>
        </p15:guide>
        <p15:guide id="6" pos="4810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dium Image Landsc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Medium Image – Landscape x1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260783" y="1341437"/>
            <a:ext cx="5569200" cy="24840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358775" y="1343251"/>
            <a:ext cx="2749550" cy="46622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dium Image Landscape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Medium Image – Landscape x2</a:t>
            </a: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259059" y="1341437"/>
            <a:ext cx="5569200" cy="24840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6259059" y="4004140"/>
            <a:ext cx="5569200" cy="24840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358775" y="1343251"/>
            <a:ext cx="2749550" cy="46622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mall Image Landscape x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Small Image – Landscape x1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7638465" y="1341437"/>
            <a:ext cx="4194000" cy="16344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358775" y="1343251"/>
            <a:ext cx="2749550" cy="46622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mall Image Landscape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Small Image – Landscape x2</a:t>
            </a: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7638465" y="1341437"/>
            <a:ext cx="4194000" cy="16344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7638465" y="3106068"/>
            <a:ext cx="4194000" cy="16344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marR="0" indent="0" algn="ctr" defTabSz="91437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23"/>
          </p:nvPr>
        </p:nvSpPr>
        <p:spPr>
          <a:xfrm>
            <a:off x="358775" y="1343251"/>
            <a:ext cx="2749550" cy="46622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mall Image Landscape x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Small Image – Landscape x6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-6667500" y="3289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3267698" y="1341437"/>
            <a:ext cx="4194000" cy="16344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3267698" y="4854658"/>
            <a:ext cx="4194000" cy="16344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7638465" y="1341437"/>
            <a:ext cx="4194000" cy="16344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7638465" y="4854658"/>
            <a:ext cx="4194000" cy="16344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3267698" y="3106068"/>
            <a:ext cx="4194000" cy="16344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7638465" y="3106068"/>
            <a:ext cx="4194000" cy="16344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marR="0" indent="0" algn="ctr" defTabSz="91437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-6667500" y="3289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7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358775" y="1343251"/>
            <a:ext cx="2749550" cy="46622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8775" y="2945032"/>
            <a:ext cx="11461750" cy="795019"/>
          </a:xfrm>
        </p:spPr>
        <p:txBody>
          <a:bodyPr anchor="t"/>
          <a:lstStyle>
            <a:lvl1pPr>
              <a:lnSpc>
                <a:spcPct val="85000"/>
              </a:lnSpc>
              <a:defRPr sz="7200"/>
            </a:lvl1pPr>
          </a:lstStyle>
          <a:p>
            <a:r>
              <a:rPr lang="en-US"/>
              <a:t>Thank you</a:t>
            </a: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Tea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358775" y="2945032"/>
            <a:ext cx="11461750" cy="795019"/>
          </a:xfrm>
        </p:spPr>
        <p:txBody>
          <a:bodyPr anchor="t"/>
          <a:lstStyle>
            <a:lvl1pPr>
              <a:lnSpc>
                <a:spcPct val="85000"/>
              </a:lnSpc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7B237F-7C69-434D-BC47-F2B31E8E58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91079" y="6427572"/>
            <a:ext cx="939176" cy="184152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Yellow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358775" y="2945032"/>
            <a:ext cx="11461750" cy="795019"/>
          </a:xfrm>
        </p:spPr>
        <p:txBody>
          <a:bodyPr anchor="t"/>
          <a:lstStyle>
            <a:lvl1pPr>
              <a:lnSpc>
                <a:spcPct val="85000"/>
              </a:lnSpc>
              <a:defRPr sz="7200"/>
            </a:lvl1pPr>
          </a:lstStyle>
          <a:p>
            <a:r>
              <a:rPr lang="en-US"/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4775E9-7C20-A64D-9CCA-5A0B74006C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91079" y="6427572"/>
            <a:ext cx="939176" cy="184152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tus_R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84643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theme" Target="../theme/theme1.xml"/><Relationship Id="rId61" Type="http://schemas.openxmlformats.org/officeDocument/2006/relationships/image" Target="../media/image1.png"/><Relationship Id="rId62" Type="http://schemas.openxmlformats.org/officeDocument/2006/relationships/image" Target="../media/image2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theme" Target="../theme/theme2.xml"/><Relationship Id="rId3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403C91F7-BA01-F34E-8443-119DA22A10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37" t="44590" r="20374" b="3398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8775" y="357188"/>
            <a:ext cx="11471274" cy="6953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Optus PowerPoint </a:t>
            </a:r>
            <a:br>
              <a:rPr lang="en-US"/>
            </a:br>
            <a:r>
              <a:rPr lang="en-US"/>
              <a:t>Template 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8775" y="1341438"/>
            <a:ext cx="11476800" cy="46640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two bullet point here</a:t>
            </a:r>
          </a:p>
          <a:p>
            <a:pPr lvl="2"/>
            <a:r>
              <a:rPr lang="en-US"/>
              <a:t>Level three bullet point here</a:t>
            </a:r>
          </a:p>
          <a:p>
            <a:pPr lvl="3"/>
            <a:r>
              <a:rPr lang="en-US"/>
              <a:t>Level four bullet point here</a:t>
            </a:r>
          </a:p>
          <a:p>
            <a:pPr lvl="4"/>
            <a:r>
              <a:rPr lang="en-US"/>
              <a:t>Level five bullet point here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8776" y="6245352"/>
            <a:ext cx="5737224" cy="16338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80000"/>
              </a:lnSpc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0FB4DF6-4961-BC46-8F17-3E31686D4921}"/>
              </a:ext>
            </a:extLst>
          </p:cNvPr>
          <p:cNvPicPr>
            <a:picLocks noChangeAspect="1"/>
          </p:cNvPicPr>
          <p:nvPr userDrawn="1"/>
        </p:nvPicPr>
        <p:blipFill>
          <a:blip r:embed="rId62"/>
          <a:stretch>
            <a:fillRect/>
          </a:stretch>
        </p:blipFill>
        <p:spPr>
          <a:xfrm>
            <a:off x="10991075" y="6425620"/>
            <a:ext cx="939180" cy="184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279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835" r:id="rId2"/>
    <p:sldLayoutId id="2147483742" r:id="rId3"/>
    <p:sldLayoutId id="2147483745" r:id="rId4"/>
    <p:sldLayoutId id="2147483836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  <p:sldLayoutId id="2147483753" r:id="rId13"/>
    <p:sldLayoutId id="2147483754" r:id="rId14"/>
    <p:sldLayoutId id="2147483820" r:id="rId15"/>
    <p:sldLayoutId id="2147483845" r:id="rId16"/>
    <p:sldLayoutId id="2147483838" r:id="rId17"/>
    <p:sldLayoutId id="2147483839" r:id="rId18"/>
    <p:sldLayoutId id="2147483840" r:id="rId19"/>
    <p:sldLayoutId id="2147483823" r:id="rId20"/>
    <p:sldLayoutId id="2147483757" r:id="rId21"/>
    <p:sldLayoutId id="2147483758" r:id="rId22"/>
    <p:sldLayoutId id="2147483759" r:id="rId23"/>
    <p:sldLayoutId id="2147483833" r:id="rId24"/>
    <p:sldLayoutId id="2147483761" r:id="rId25"/>
    <p:sldLayoutId id="2147483834" r:id="rId26"/>
    <p:sldLayoutId id="2147483812" r:id="rId27"/>
    <p:sldLayoutId id="2147483816" r:id="rId28"/>
    <p:sldLayoutId id="2147483811" r:id="rId29"/>
    <p:sldLayoutId id="2147483813" r:id="rId30"/>
    <p:sldLayoutId id="2147483814" r:id="rId31"/>
    <p:sldLayoutId id="2147483762" r:id="rId32"/>
    <p:sldLayoutId id="2147483767" r:id="rId33"/>
    <p:sldLayoutId id="2147483768" r:id="rId34"/>
    <p:sldLayoutId id="2147483769" r:id="rId35"/>
    <p:sldLayoutId id="2147483770" r:id="rId36"/>
    <p:sldLayoutId id="2147483771" r:id="rId37"/>
    <p:sldLayoutId id="2147483772" r:id="rId38"/>
    <p:sldLayoutId id="2147483773" r:id="rId39"/>
    <p:sldLayoutId id="2147483774" r:id="rId40"/>
    <p:sldLayoutId id="2147483775" r:id="rId41"/>
    <p:sldLayoutId id="2147483776" r:id="rId42"/>
    <p:sldLayoutId id="2147483777" r:id="rId43"/>
    <p:sldLayoutId id="2147483778" r:id="rId44"/>
    <p:sldLayoutId id="2147483779" r:id="rId45"/>
    <p:sldLayoutId id="2147483780" r:id="rId46"/>
    <p:sldLayoutId id="2147483781" r:id="rId47"/>
    <p:sldLayoutId id="2147483782" r:id="rId48"/>
    <p:sldLayoutId id="2147483783" r:id="rId49"/>
    <p:sldLayoutId id="2147483784" r:id="rId50"/>
    <p:sldLayoutId id="2147483785" r:id="rId51"/>
    <p:sldLayoutId id="2147483786" r:id="rId52"/>
    <p:sldLayoutId id="2147483787" r:id="rId53"/>
    <p:sldLayoutId id="2147483788" r:id="rId54"/>
    <p:sldLayoutId id="2147483789" r:id="rId55"/>
    <p:sldLayoutId id="2147483790" r:id="rId56"/>
    <p:sldLayoutId id="2147483791" r:id="rId57"/>
    <p:sldLayoutId id="2147483792" r:id="rId58"/>
    <p:sldLayoutId id="2147483793" r:id="rId59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39700" indent="-139700" algn="l" defTabSz="914377" rtl="0" eaLnBrk="1" latinLnBrk="0" hangingPunct="1">
        <a:lnSpc>
          <a:spcPct val="110000"/>
        </a:lnSpc>
        <a:spcBef>
          <a:spcPts val="600"/>
        </a:spcBef>
        <a:buClr>
          <a:schemeClr val="accent2"/>
        </a:buClr>
        <a:buFont typeface="Arial" charset="0"/>
        <a:buChar char="•"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323850" indent="-185738" algn="l" defTabSz="914377" rtl="0" eaLnBrk="1" latinLnBrk="0" hangingPunct="1">
        <a:lnSpc>
          <a:spcPct val="110000"/>
        </a:lnSpc>
        <a:spcBef>
          <a:spcPts val="600"/>
        </a:spcBef>
        <a:buClr>
          <a:schemeClr val="accent2"/>
        </a:buClr>
        <a:buFont typeface="AGBookRoundedPro-Regular" charset="0"/>
        <a:buChar char="−"/>
        <a:tabLst/>
        <a:defRPr sz="11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2438" indent="-142875" algn="l" defTabSz="914377" rtl="0" eaLnBrk="1" latinLnBrk="0" hangingPunct="1">
        <a:lnSpc>
          <a:spcPct val="110000"/>
        </a:lnSpc>
        <a:spcBef>
          <a:spcPts val="600"/>
        </a:spcBef>
        <a:buClr>
          <a:schemeClr val="accent2"/>
        </a:buClr>
        <a:buFont typeface="Arial" charset="0"/>
        <a:buChar char="•"/>
        <a:tabLst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35000" indent="-169863" algn="l" defTabSz="914377" rtl="0" eaLnBrk="1" latinLnBrk="0" hangingPunct="1">
        <a:lnSpc>
          <a:spcPct val="110000"/>
        </a:lnSpc>
        <a:spcBef>
          <a:spcPts val="600"/>
        </a:spcBef>
        <a:buClr>
          <a:schemeClr val="accent2"/>
        </a:buClr>
        <a:buFont typeface="AGBookRoundedPro-Regular" charset="0"/>
        <a:buChar char="−"/>
        <a:tabLst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763588" indent="-115888" algn="l" defTabSz="914377" rtl="0" eaLnBrk="1" latinLnBrk="0" hangingPunct="1">
        <a:lnSpc>
          <a:spcPct val="110000"/>
        </a:lnSpc>
        <a:spcBef>
          <a:spcPts val="600"/>
        </a:spcBef>
        <a:buClr>
          <a:schemeClr val="accent2"/>
        </a:buClr>
        <a:buFont typeface="Arial" charset="0"/>
        <a:buChar char="•"/>
        <a:tabLst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4" descr="Background pattern&#10;&#10;Description automatically generated">
            <a:extLst>
              <a:ext uri="{FF2B5EF4-FFF2-40B4-BE49-F238E27FC236}">
                <a16:creationId xmlns:a16="http://schemas.microsoft.com/office/drawing/2014/main" id="{99DE3AE6-9FB6-75BD-48A2-B0F912015A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708543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21383FE-1710-8713-FE8F-05922D66C647}"/>
              </a:ext>
            </a:extLst>
          </p:cNvPr>
          <p:cNvSpPr txBox="1">
            <a:spLocks/>
          </p:cNvSpPr>
          <p:nvPr userDrawn="1"/>
        </p:nvSpPr>
        <p:spPr>
          <a:xfrm>
            <a:off x="9815222" y="365761"/>
            <a:ext cx="2270098" cy="526744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AU" sz="1600" spc="-40">
                <a:solidFill>
                  <a:srgbClr val="006280"/>
                </a:solidFill>
                <a:latin typeface="MarkOT-Heavy" panose="020B0904020101010102" pitchFamily="34" charset="0"/>
                <a:ea typeface="+mn-ea"/>
                <a:cs typeface="+mn-cs"/>
              </a:rPr>
              <a:t>Optus acknowledges the Traditional Owners and Custodians of the lands on which we live, work and serve.</a:t>
            </a:r>
            <a:br>
              <a:rPr lang="en-AU" sz="1600" spc="-40">
                <a:solidFill>
                  <a:srgbClr val="006280"/>
                </a:solidFill>
                <a:latin typeface="MarkOT-Heavy" panose="020B0904020101010102" pitchFamily="34" charset="0"/>
                <a:ea typeface="+mn-ea"/>
                <a:cs typeface="+mn-cs"/>
              </a:rPr>
            </a:br>
            <a:br>
              <a:rPr lang="en-AU" sz="1600" spc="-40">
                <a:solidFill>
                  <a:srgbClr val="006280"/>
                </a:solidFill>
                <a:latin typeface="MarkOT-Heavy" panose="020B0904020101010102" pitchFamily="34" charset="0"/>
              </a:rPr>
            </a:br>
            <a:r>
              <a:rPr lang="en-AU" sz="1600" spc="-40">
                <a:solidFill>
                  <a:srgbClr val="006280"/>
                </a:solidFill>
                <a:latin typeface="MarkOT-Heavy" panose="020B0904020101010102" pitchFamily="34" charset="0"/>
                <a:ea typeface="+mn-ea"/>
                <a:cs typeface="+mn-cs"/>
              </a:rPr>
              <a:t>We celebrate the oldest living culture and its unbroken history of storytelling and communication. </a:t>
            </a:r>
            <a:br>
              <a:rPr lang="en-AU" sz="1600" spc="-40">
                <a:solidFill>
                  <a:srgbClr val="006280"/>
                </a:solidFill>
                <a:latin typeface="MarkOT-Heavy" panose="020B0904020101010102" pitchFamily="34" charset="0"/>
                <a:ea typeface="+mn-ea"/>
                <a:cs typeface="+mn-cs"/>
              </a:rPr>
            </a:br>
            <a:br>
              <a:rPr lang="en-AU" sz="1600" spc="-40">
                <a:solidFill>
                  <a:srgbClr val="006280"/>
                </a:solidFill>
                <a:latin typeface="MarkOT-Heavy" panose="020B0904020101010102" pitchFamily="34" charset="0"/>
              </a:rPr>
            </a:br>
            <a:r>
              <a:rPr lang="en-AU" sz="1600" spc="-40">
                <a:solidFill>
                  <a:srgbClr val="006280"/>
                </a:solidFill>
                <a:latin typeface="MarkOT-Heavy" panose="020B0904020101010102" pitchFamily="34" charset="0"/>
                <a:ea typeface="+mn-ea"/>
                <a:cs typeface="+mn-cs"/>
              </a:rPr>
              <a:t>We pay our respect to Elders – past, present and future – and we strive together to embrace an optimistic outlook for our future in harmony, across all of Australia and for all of its people.</a:t>
            </a:r>
            <a:br>
              <a:rPr lang="en-AU" sz="1600" spc="-40">
                <a:solidFill>
                  <a:srgbClr val="006280"/>
                </a:solidFill>
                <a:latin typeface="MarkOT-Heavy" panose="020B0904020101010102" pitchFamily="34" charset="0"/>
                <a:ea typeface="+mn-ea"/>
                <a:cs typeface="+mn-cs"/>
              </a:rPr>
            </a:br>
            <a:endParaRPr lang="en-AU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7B2A36-C3CF-9B87-A859-A21007533FA3}"/>
              </a:ext>
            </a:extLst>
          </p:cNvPr>
          <p:cNvSpPr txBox="1"/>
          <p:nvPr userDrawn="1"/>
        </p:nvSpPr>
        <p:spPr>
          <a:xfrm>
            <a:off x="9708542" y="6076326"/>
            <a:ext cx="2483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" spc="-40">
                <a:solidFill>
                  <a:srgbClr val="006280"/>
                </a:solidFill>
                <a:latin typeface="MarkOT" panose="020B0504020101010102" pitchFamily="34" charset="0"/>
              </a:rPr>
              <a:t>Artwork: “Connected Communities” by Kamilaroi artist Rhonda Sampson.</a:t>
            </a:r>
          </a:p>
        </p:txBody>
      </p:sp>
    </p:spTree>
    <p:extLst>
      <p:ext uri="{BB962C8B-B14F-4D97-AF65-F5344CB8AC3E}">
        <p14:creationId xmlns:p14="http://schemas.microsoft.com/office/powerpoint/2010/main" val="76400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MarkOT-Heavy"/>
              </a:rPr>
              <a:t>Introducing DART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MarkOT"/>
              </a:rPr>
              <a:t>Data Analytics &amp; Robotics — Internal Audit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AU"/>
              <a:t>For </a:t>
            </a:r>
            <a:r>
              <a:t>Rowena Craze, Chief Internal Audit  ·  </a:t>
            </a:r>
            <a:r>
              <a:rPr lang="en-US"/>
              <a:t>27</a:t>
            </a:r>
            <a:r>
              <a:t>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arkOT-Heavy"/>
              </a:rP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Oval 3"/>
          <p:cNvSpPr/>
          <p:nvPr/>
        </p:nvSpPr>
        <p:spPr>
          <a:xfrm>
            <a:off x="640080" y="1554480"/>
            <a:ext cx="450000" cy="450000"/>
          </a:xfrm>
          <a:prstGeom prst="ellipse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40080" y="1554480"/>
            <a:ext cx="4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</a:rPr>
              <a:t>Who we are &amp; Meet the team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274480"/>
            <a:ext cx="450000" cy="450000"/>
          </a:xfrm>
          <a:prstGeom prst="ellipse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40080" y="2274480"/>
            <a:ext cx="4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</a:rPr>
              <a:t>DART in the IA Operating Model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994480"/>
            <a:ext cx="450000" cy="450000"/>
          </a:xfrm>
          <a:prstGeom prst="ellipse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0080" y="2994480"/>
            <a:ext cx="4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</a:rPr>
              <a:t>Strategy &amp; Vision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714480"/>
            <a:ext cx="450000" cy="450000"/>
          </a:xfrm>
          <a:prstGeom prst="ellipse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0080" y="3714480"/>
            <a:ext cx="4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</a:rPr>
              <a:t>What we do &amp; The Foundation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434480"/>
            <a:ext cx="450000" cy="450000"/>
          </a:xfrm>
          <a:prstGeom prst="ellipse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0080" y="4434480"/>
            <a:ext cx="4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</a:rPr>
              <a:t>Use Case Catalogue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1554480"/>
            <a:ext cx="450000" cy="450000"/>
          </a:xfrm>
          <a:prstGeom prst="ellipse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0800" y="1554480"/>
            <a:ext cx="4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</a:rPr>
              <a:t>Recent Wins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2274480"/>
            <a:ext cx="450000" cy="450000"/>
          </a:xfrm>
          <a:prstGeom prst="ellipse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00800" y="2274480"/>
            <a:ext cx="4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</a:rPr>
              <a:t>AI &amp; Innovation Pipeline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2994480"/>
            <a:ext cx="450000" cy="450000"/>
          </a:xfrm>
          <a:prstGeom prst="ellipse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0800" y="2994480"/>
            <a:ext cx="4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</a:rPr>
              <a:t>Platform &amp; Ecosystem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3714480"/>
            <a:ext cx="450000" cy="450000"/>
          </a:xfrm>
          <a:prstGeom prst="ellipse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0800" y="3714480"/>
            <a:ext cx="4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</a:rPr>
              <a:t>Challenges &amp; The Leadership Ask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arkOT-Heavy"/>
              </a:rPr>
              <a:t>Who </a:t>
            </a:r>
            <a:r>
              <a:rPr lang="en-AU">
                <a:latin typeface="MarkOT-Heavy"/>
              </a:rPr>
              <a:t>W</a:t>
            </a:r>
            <a:r>
              <a:rPr>
                <a:latin typeface="MarkOT-Heavy"/>
              </a:rPr>
              <a:t>e </a:t>
            </a:r>
            <a:r>
              <a:rPr lang="en-AU">
                <a:latin typeface="MarkOT-Heavy"/>
              </a:rPr>
              <a:t>A</a:t>
            </a:r>
            <a:r>
              <a:rPr>
                <a:latin typeface="MarkOT-Heavy"/>
              </a:rPr>
              <a:t>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1143000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00" b="1" i="0">
                <a:solidFill>
                  <a:srgbClr val="006280"/>
                </a:solidFill>
                <a:latin typeface="MarkOT"/>
              </a:rPr>
              <a:t>A specialist analytics engine inside Internal Audit — moving from analytics to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3611880" cy="3383280"/>
          </a:xfrm>
          <a:prstGeom prst="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3611880" cy="146304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3063240" cy="914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800" b="1" i="0">
                <a:solidFill>
                  <a:srgbClr val="00323A"/>
                </a:solidFill>
                <a:latin typeface="MarkOT-Heavy"/>
              </a:rPr>
              <a:t>Enterprise-wide data reach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3063240" cy="697627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MarkOT"/>
              </a:rPr>
              <a:t>Direct access to consumer and enterprise data including PII across the full population, not sample extracts.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691640"/>
            <a:ext cx="3611880" cy="3383280"/>
          </a:xfrm>
          <a:prstGeom prst="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691640"/>
            <a:ext cx="3611880" cy="146304"/>
          </a:xfrm>
          <a:prstGeom prst="rect">
            <a:avLst/>
          </a:prstGeom>
          <a:solidFill>
            <a:srgbClr val="006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59" y="2103120"/>
            <a:ext cx="3063240" cy="914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800" b="1" i="0">
                <a:solidFill>
                  <a:srgbClr val="00323A"/>
                </a:solidFill>
                <a:latin typeface="MarkOT-Heavy"/>
              </a:rPr>
              <a:t>Our own governed sandpit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3017520"/>
            <a:ext cx="3063240" cy="18288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MarkOT"/>
              </a:rPr>
              <a:t>A dedicated, governed analytics workspace (UDP / Databricks) where DART builds, tests and iterates securely.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6760" y="1691640"/>
            <a:ext cx="3611880" cy="3383280"/>
          </a:xfrm>
          <a:prstGeom prst="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66760" y="1691640"/>
            <a:ext cx="3611880" cy="146304"/>
          </a:xfrm>
          <a:prstGeom prst="rect">
            <a:avLst/>
          </a:prstGeom>
          <a:solidFill>
            <a:srgbClr val="FF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41080" y="2103120"/>
            <a:ext cx="3063240" cy="914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800" b="1" i="0">
                <a:solidFill>
                  <a:srgbClr val="00323A"/>
                </a:solidFill>
                <a:latin typeface="MarkOT-Heavy"/>
              </a:rPr>
              <a:t>A new operating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3017520"/>
            <a:ext cx="3063240" cy="697627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r>
              <a:rPr sz="1400" b="0" i="0">
                <a:solidFill>
                  <a:srgbClr val="1A1A1A"/>
                </a:solidFill>
                <a:latin typeface="MarkOT"/>
              </a:rPr>
              <a:t>Replaced the old model of requesting file extracts</a:t>
            </a:r>
            <a:r>
              <a:rPr lang="en-US" sz="1400">
                <a:solidFill>
                  <a:srgbClr val="1A1A1A"/>
                </a:solidFill>
                <a:latin typeface="MarkOT"/>
              </a:rPr>
              <a:t> </a:t>
            </a:r>
            <a:r>
              <a:rPr sz="1400" b="0" i="0">
                <a:solidFill>
                  <a:srgbClr val="1A1A1A"/>
                </a:solidFill>
                <a:latin typeface="MarkOT"/>
              </a:rPr>
              <a:t>where data completeness could never be guaranteed.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Meet the team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/>
          </a:p>
        </p:txBody>
      </p:sp>
      <p:sp>
        <p:nvSpPr>
          <p:cNvPr id="2069" name="TextBox"/>
          <p:cNvSpPr txBox="1"/>
          <p:nvPr/>
        </p:nvSpPr>
        <p:spPr>
          <a:xfrm>
            <a:off x="365760" y="1051560"/>
            <a:ext cx="11430000" cy="457200"/>
          </a:xfrm>
          <a:prstGeom prst="rect">
            <a:avLst/>
          </a:prstGeom>
          <a:noFill/>
        </p:spPr>
        <p:txBody>
          <a:bodyPr wrap="square" lIns="50800" tIns="25400" rIns="50800" bIns="25400" anchor="t"/>
          <a:lstStyle/>
          <a:p>
            <a:pPr algn="l">
              <a:spcBef>
                <a:spcPts val="0"/>
              </a:spcBef>
            </a:pPr>
            <a:r>
              <a:rPr lang="en-AU" sz="1600" b="1" i="0">
                <a:solidFill>
                  <a:srgbClr val="006280"/>
                </a:solidFill>
                <a:latin typeface="MarkOT"/>
              </a:rPr>
              <a:t>The people behind DART</a:t>
            </a:r>
          </a:p>
        </p:txBody>
      </p:sp>
      <p:sp>
        <p:nvSpPr>
          <p:cNvPr id="2070" name="PBG"/>
          <p:cNvSpPr/>
          <p:nvPr/>
        </p:nvSpPr>
        <p:spPr>
          <a:xfrm>
            <a:off x="502920" y="1783080"/>
            <a:ext cx="5394960" cy="3611880"/>
          </a:xfrm>
          <a:prstGeom prst="rect">
            <a:avLst/>
          </a:prstGeom>
          <a:solidFill>
            <a:srgbClr val="F2F5F6"/>
          </a:solidFill>
          <a:ln>
            <a:noFill/>
          </a:ln>
        </p:spPr>
        <p:txBody>
          <a:bodyPr lIns="91440" tIns="45720" rIns="91440" bIns="45720" rtlCol="0" anchor="ctr"/>
          <a:lstStyle/>
          <a:p>
            <a:pPr marL="285750" indent="-285750">
              <a:buFont typeface="Calibri"/>
              <a:buChar char="-"/>
            </a:pPr>
            <a:endParaRPr lang="en-US" sz="1450" b="1"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endParaRPr lang="en-US" sz="1450" b="1"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endParaRPr lang="en-US" sz="1450" b="1"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endParaRPr lang="en-US" sz="1450" b="1"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endParaRPr lang="en-US" sz="1450" b="1"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endParaRPr lang="en-US" sz="1450" b="1"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r>
              <a:rPr lang="en-US" sz="1450" b="1">
                <a:ea typeface="+mn-lt"/>
                <a:cs typeface="+mn-lt"/>
              </a:rPr>
              <a:t>Background in production AI/ML</a:t>
            </a:r>
            <a:r>
              <a:rPr lang="en-US" sz="1450">
                <a:ea typeface="+mn-lt"/>
                <a:cs typeface="+mn-lt"/>
              </a:rPr>
              <a:t>: Built large-scale recommendation systems and a computer-vision ad platform for a media company</a:t>
            </a:r>
            <a:endParaRPr lang="en-US" sz="1450"/>
          </a:p>
          <a:p>
            <a:pPr marL="285750" indent="-285750">
              <a:buFont typeface="Calibri"/>
              <a:buChar char="-"/>
            </a:pPr>
            <a:r>
              <a:rPr lang="en-US" sz="1450">
                <a:ea typeface="+mn-lt"/>
                <a:cs typeface="+mn-lt"/>
              </a:rPr>
              <a:t>Built IA's GenAI-ready data &amp; AI infrastructure - ready to scale GenAI into everyday audit work</a:t>
            </a:r>
          </a:p>
          <a:p>
            <a:pPr marL="285750" indent="-285750">
              <a:buFont typeface="Calibri"/>
              <a:buChar char="-"/>
            </a:pPr>
            <a:r>
              <a:rPr lang="en-US" sz="1450">
                <a:ea typeface="+mn-lt"/>
                <a:cs typeface="+mn-lt"/>
              </a:rPr>
              <a:t>Engages with Privacy, Legal, Architecture, Data Office, Governance and the review boards (ARB, SRB, DAF) and keeping DART close to enterprise data &amp; AI developments</a:t>
            </a:r>
          </a:p>
          <a:p>
            <a:pPr marL="285750" indent="-285750">
              <a:buFont typeface="Calibri"/>
              <a:buChar char="-"/>
            </a:pPr>
            <a:endParaRPr lang="en-US" sz="1450"/>
          </a:p>
        </p:txBody>
      </p:sp>
      <p:sp>
        <p:nvSpPr>
          <p:cNvPr id="2071" name="PBar"/>
          <p:cNvSpPr/>
          <p:nvPr/>
        </p:nvSpPr>
        <p:spPr>
          <a:xfrm>
            <a:off x="502920" y="1783080"/>
            <a:ext cx="5394960" cy="146304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72" name="TextBox"/>
          <p:cNvSpPr txBox="1"/>
          <p:nvPr/>
        </p:nvSpPr>
        <p:spPr>
          <a:xfrm>
            <a:off x="822960" y="2167128"/>
            <a:ext cx="4754880" cy="548640"/>
          </a:xfrm>
          <a:prstGeom prst="rect">
            <a:avLst/>
          </a:prstGeom>
          <a:noFill/>
        </p:spPr>
        <p:txBody>
          <a:bodyPr wrap="square" lIns="50800" tIns="25400" rIns="50800" bIns="25400" anchor="t"/>
          <a:lstStyle/>
          <a:p>
            <a:pPr algn="l">
              <a:spcBef>
                <a:spcPts val="0"/>
              </a:spcBef>
            </a:pPr>
            <a:r>
              <a:rPr lang="en-AU" sz="2200" b="1" i="0">
                <a:solidFill>
                  <a:srgbClr val="00323A"/>
                </a:solidFill>
                <a:latin typeface="MarkOT-Heavy"/>
              </a:rPr>
              <a:t>Sugianto Lauw</a:t>
            </a:r>
          </a:p>
        </p:txBody>
      </p:sp>
      <p:sp>
        <p:nvSpPr>
          <p:cNvPr id="2073" name="TextBox"/>
          <p:cNvSpPr txBox="1"/>
          <p:nvPr/>
        </p:nvSpPr>
        <p:spPr>
          <a:xfrm>
            <a:off x="822960" y="2807208"/>
            <a:ext cx="4754880" cy="457200"/>
          </a:xfrm>
          <a:prstGeom prst="rect">
            <a:avLst/>
          </a:prstGeom>
          <a:noFill/>
        </p:spPr>
        <p:txBody>
          <a:bodyPr wrap="square" lIns="50800" tIns="25400" rIns="50800" bIns="25400" anchor="t"/>
          <a:lstStyle/>
          <a:p>
            <a:pPr algn="l">
              <a:spcBef>
                <a:spcPts val="0"/>
              </a:spcBef>
            </a:pPr>
            <a:r>
              <a:rPr lang="en-AU" sz="1450" b="1" i="0">
                <a:solidFill>
                  <a:srgbClr val="006280"/>
                </a:solidFill>
                <a:latin typeface="MarkOT-Heavy"/>
              </a:rPr>
              <a:t>Senior Data Analytics Manager — IA DART</a:t>
            </a:r>
            <a:endParaRPr lang="en-US"/>
          </a:p>
        </p:txBody>
      </p:sp>
      <p:sp>
        <p:nvSpPr>
          <p:cNvPr id="2074" name="TextBox"/>
          <p:cNvSpPr txBox="1"/>
          <p:nvPr/>
        </p:nvSpPr>
        <p:spPr>
          <a:xfrm>
            <a:off x="822960" y="3429000"/>
            <a:ext cx="4754880" cy="1874520"/>
          </a:xfrm>
          <a:prstGeom prst="rect">
            <a:avLst/>
          </a:prstGeom>
          <a:noFill/>
        </p:spPr>
        <p:txBody>
          <a:bodyPr wrap="square" lIns="50800" tIns="25400" rIns="50800" bIns="25400" anchor="t"/>
          <a:lstStyle/>
          <a:p>
            <a:pPr algn="l">
              <a:spcBef>
                <a:spcPts val="500"/>
              </a:spcBef>
            </a:pPr>
            <a:endParaRPr lang="en-AU" sz="1450" b="0" i="0">
              <a:solidFill>
                <a:srgbClr val="1A1A1A"/>
              </a:solidFill>
              <a:latin typeface="MarkOT"/>
            </a:endParaRPr>
          </a:p>
        </p:txBody>
      </p:sp>
      <p:sp>
        <p:nvSpPr>
          <p:cNvPr id="2075" name="PBG"/>
          <p:cNvSpPr/>
          <p:nvPr/>
        </p:nvSpPr>
        <p:spPr>
          <a:xfrm>
            <a:off x="6400800" y="1783080"/>
            <a:ext cx="5394960" cy="3611880"/>
          </a:xfrm>
          <a:prstGeom prst="rect">
            <a:avLst/>
          </a:prstGeom>
          <a:solidFill>
            <a:srgbClr val="F2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76" name="PBar"/>
          <p:cNvSpPr/>
          <p:nvPr/>
        </p:nvSpPr>
        <p:spPr>
          <a:xfrm>
            <a:off x="6400800" y="1783080"/>
            <a:ext cx="5394960" cy="146304"/>
          </a:xfrm>
          <a:prstGeom prst="rect">
            <a:avLst/>
          </a:prstGeom>
          <a:solidFill>
            <a:srgbClr val="00628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77" name="TextBox"/>
          <p:cNvSpPr txBox="1"/>
          <p:nvPr/>
        </p:nvSpPr>
        <p:spPr>
          <a:xfrm>
            <a:off x="6720840" y="2167128"/>
            <a:ext cx="4754880" cy="548640"/>
          </a:xfrm>
          <a:prstGeom prst="rect">
            <a:avLst/>
          </a:prstGeom>
          <a:noFill/>
        </p:spPr>
        <p:txBody>
          <a:bodyPr wrap="square" lIns="50800" tIns="25400" rIns="50800" bIns="25400" anchor="t"/>
          <a:lstStyle/>
          <a:p>
            <a:pPr algn="l">
              <a:spcBef>
                <a:spcPts val="0"/>
              </a:spcBef>
            </a:pPr>
            <a:r>
              <a:rPr lang="en-AU" sz="2200" b="1" i="0">
                <a:solidFill>
                  <a:srgbClr val="00323A"/>
                </a:solidFill>
                <a:latin typeface="MarkOT-Heavy"/>
              </a:rPr>
              <a:t>Tara Tekieh</a:t>
            </a:r>
          </a:p>
        </p:txBody>
      </p:sp>
      <p:sp>
        <p:nvSpPr>
          <p:cNvPr id="2078" name="TextBox"/>
          <p:cNvSpPr txBox="1"/>
          <p:nvPr/>
        </p:nvSpPr>
        <p:spPr>
          <a:xfrm>
            <a:off x="6720840" y="2807208"/>
            <a:ext cx="4754880" cy="457200"/>
          </a:xfrm>
          <a:prstGeom prst="rect">
            <a:avLst/>
          </a:prstGeom>
          <a:noFill/>
        </p:spPr>
        <p:txBody>
          <a:bodyPr wrap="square" lIns="50800" tIns="25400" rIns="50800" bIns="25400" anchor="t"/>
          <a:lstStyle/>
          <a:p>
            <a:pPr algn="l">
              <a:spcBef>
                <a:spcPts val="0"/>
              </a:spcBef>
            </a:pPr>
            <a:r>
              <a:rPr lang="en-AU" sz="1450" b="1" i="0">
                <a:solidFill>
                  <a:srgbClr val="006280"/>
                </a:solidFill>
                <a:latin typeface="MarkOT-Heavy"/>
              </a:rPr>
              <a:t>Senior Data Analytics Manager — I</a:t>
            </a:r>
            <a:r>
              <a:rPr lang="en-AU" sz="1450" b="1">
                <a:solidFill>
                  <a:srgbClr val="006280"/>
                </a:solidFill>
                <a:latin typeface="MarkOT-Heavy"/>
              </a:rPr>
              <a:t>A DART</a:t>
            </a:r>
            <a:endParaRPr lang="en-AU" sz="1450" b="1" i="0">
              <a:solidFill>
                <a:srgbClr val="006280"/>
              </a:solidFill>
              <a:latin typeface="MarkOT-Heavy"/>
            </a:endParaRPr>
          </a:p>
        </p:txBody>
      </p:sp>
      <p:sp>
        <p:nvSpPr>
          <p:cNvPr id="2079" name="TextBox"/>
          <p:cNvSpPr txBox="1"/>
          <p:nvPr/>
        </p:nvSpPr>
        <p:spPr>
          <a:xfrm>
            <a:off x="6720840" y="3046812"/>
            <a:ext cx="4754880" cy="3133117"/>
          </a:xfrm>
          <a:prstGeom prst="rect">
            <a:avLst/>
          </a:prstGeom>
          <a:noFill/>
        </p:spPr>
        <p:txBody>
          <a:bodyPr wrap="square" lIns="50800" tIns="25400" rIns="50800" bIns="25400" anchor="t"/>
          <a:lstStyle/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AU" sz="1450">
                <a:solidFill>
                  <a:srgbClr val="1A1A1A"/>
                </a:solidFill>
                <a:ea typeface="+mn-lt"/>
                <a:cs typeface="+mn-lt"/>
              </a:rPr>
              <a:t>Background in research: Computational Neuroscience 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AU" sz="1450">
                <a:solidFill>
                  <a:srgbClr val="1A1A1A"/>
                </a:solidFill>
                <a:ea typeface="+mn-lt"/>
                <a:cs typeface="+mn-lt"/>
              </a:rPr>
              <a:t>DART's fraud-detection lead with deep hands-on expertise in applied ML , NLP, and AI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AU" sz="1450">
                <a:solidFill>
                  <a:srgbClr val="1A1A1A"/>
                </a:solidFill>
                <a:ea typeface="+mn-lt"/>
                <a:cs typeface="+mn-lt"/>
              </a:rPr>
              <a:t>Builds practical solutions</a:t>
            </a:r>
          </a:p>
          <a:p>
            <a:pPr marL="742950" lvl="1" indent="-285750">
              <a:spcBef>
                <a:spcPts val="500"/>
              </a:spcBef>
              <a:buFont typeface="Arial"/>
              <a:buChar char="•"/>
            </a:pPr>
            <a:r>
              <a:rPr lang="en-AU" sz="900">
                <a:solidFill>
                  <a:srgbClr val="1A1A1A"/>
                </a:solidFill>
                <a:ea typeface="+mn-lt"/>
                <a:cs typeface="+mn-lt"/>
              </a:rPr>
              <a:t>Automating manual processes</a:t>
            </a:r>
          </a:p>
          <a:p>
            <a:pPr marL="742950" lvl="1" indent="-285750">
              <a:spcBef>
                <a:spcPts val="500"/>
              </a:spcBef>
              <a:buFont typeface="Arial"/>
              <a:buChar char="•"/>
            </a:pPr>
            <a:r>
              <a:rPr lang="en-AU" sz="900">
                <a:solidFill>
                  <a:srgbClr val="1A1A1A"/>
                </a:solidFill>
                <a:ea typeface="+mn-lt"/>
                <a:cs typeface="+mn-lt"/>
              </a:rPr>
              <a:t>Developing dashboards</a:t>
            </a:r>
          </a:p>
          <a:p>
            <a:pPr marL="742950" lvl="1" indent="-285750">
              <a:spcBef>
                <a:spcPts val="500"/>
              </a:spcBef>
              <a:buFont typeface="Arial"/>
              <a:buChar char="•"/>
            </a:pPr>
            <a:r>
              <a:rPr lang="en-AU" sz="900">
                <a:solidFill>
                  <a:srgbClr val="1A1A1A"/>
                </a:solidFill>
                <a:ea typeface="+mn-lt"/>
                <a:cs typeface="+mn-lt"/>
              </a:rPr>
              <a:t>Using AI for investigations/audits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AU" sz="1450">
                <a:solidFill>
                  <a:srgbClr val="1A1A1A"/>
                </a:solidFill>
                <a:ea typeface="+mn-lt"/>
                <a:cs typeface="+mn-lt"/>
              </a:rPr>
              <a:t>Works with people from different teams both technical and non-technical, across the business to understand a problem first, then use analytics to develop solutions that can be embedded into business processes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endParaRPr lang="en-US"/>
          </a:p>
          <a:p>
            <a:pPr>
              <a:spcBef>
                <a:spcPts val="500"/>
              </a:spcBef>
            </a:pPr>
            <a:endParaRPr lang="en-AU" sz="1450">
              <a:solidFill>
                <a:srgbClr val="1A1A1A"/>
              </a:solidFill>
              <a:latin typeface="MarkO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8775" y="357188"/>
            <a:ext cx="11471274" cy="695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323A"/>
                </a:solidFill>
                <a:latin typeface="MarkOT-Heavy"/>
              </a:rPr>
              <a:t>DART in the IA 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6280"/>
                </a:solidFill>
                <a:latin typeface="MarkOT"/>
              </a:rPr>
              <a:t>Embedded across the end-to-end audit lifecycle - not a bolt-on</a:t>
            </a:r>
          </a:p>
        </p:txBody>
      </p:sp>
      <p:sp>
        <p:nvSpPr>
          <p:cNvPr id="4" name="Chevron 3"/>
          <p:cNvSpPr/>
          <p:nvPr/>
        </p:nvSpPr>
        <p:spPr>
          <a:xfrm>
            <a:off x="502920" y="2000000"/>
            <a:ext cx="2100000" cy="800000"/>
          </a:xfrm>
          <a:prstGeom prst="chevron">
            <a:avLst/>
          </a:prstGeom>
          <a:solidFill>
            <a:srgbClr val="006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2920" y="2150000"/>
            <a:ext cx="16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rkOT-Heavy"/>
              </a:rPr>
              <a:t>Annual Planning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MarkOT-Heavy"/>
              </a:rPr>
              <a:t>&amp; Risk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000000"/>
            <a:ext cx="2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1A1A1A"/>
                </a:solidFill>
                <a:latin typeface="MarkOT"/>
              </a:rPr>
              <a:t>Audit teams submit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MarkOT"/>
              </a:rPr>
              <a:t>DART Assessment Form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MarkOT"/>
              </a:rPr>
              <a:t>to evaluate analytics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MarkOT"/>
              </a:rPr>
              <a:t>feasibility</a:t>
            </a:r>
          </a:p>
        </p:txBody>
      </p:sp>
      <p:sp>
        <p:nvSpPr>
          <p:cNvPr id="7" name="Chevron 6"/>
          <p:cNvSpPr/>
          <p:nvPr/>
        </p:nvSpPr>
        <p:spPr>
          <a:xfrm>
            <a:off x="2782920" y="2000000"/>
            <a:ext cx="2100000" cy="800000"/>
          </a:xfrm>
          <a:prstGeom prst="chevron">
            <a:avLst/>
          </a:prstGeom>
          <a:solidFill>
            <a:srgbClr val="006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32920" y="2150000"/>
            <a:ext cx="16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rkOT-Heavy"/>
              </a:rPr>
              <a:t>Audit Scoping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2920" y="3000000"/>
            <a:ext cx="2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1A1A1A"/>
                </a:solidFill>
                <a:latin typeface="MarkOT"/>
              </a:rPr>
              <a:t>DART assesses scope,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MarkOT"/>
              </a:rPr>
              <a:t>data availability &amp;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MarkOT"/>
              </a:rPr>
              <a:t>full-population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MarkOT"/>
              </a:rPr>
              <a:t>testing approach</a:t>
            </a:r>
          </a:p>
        </p:txBody>
      </p:sp>
      <p:sp>
        <p:nvSpPr>
          <p:cNvPr id="10" name="Chevron 9"/>
          <p:cNvSpPr/>
          <p:nvPr/>
        </p:nvSpPr>
        <p:spPr>
          <a:xfrm>
            <a:off x="5062920" y="2000000"/>
            <a:ext cx="2100000" cy="800000"/>
          </a:xfrm>
          <a:prstGeom prst="chevron">
            <a:avLst/>
          </a:prstGeom>
          <a:solidFill>
            <a:srgbClr val="006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12920" y="2150000"/>
            <a:ext cx="16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rkOT-Heavy"/>
              </a:rPr>
              <a:t>Fieldwork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MarkOT-Heavy"/>
              </a:rPr>
              <a:t>&amp;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62920" y="3000000"/>
            <a:ext cx="2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1A1A1A"/>
                </a:solidFill>
                <a:latin typeface="MarkOT"/>
              </a:rPr>
              <a:t>DART builds &amp; runs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MarkOT"/>
              </a:rPr>
              <a:t>analytics: full-population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MarkOT"/>
              </a:rPr>
              <a:t>testing, exception analysis,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MarkOT"/>
              </a:rPr>
              <a:t>AI-assisted insights</a:t>
            </a:r>
          </a:p>
        </p:txBody>
      </p:sp>
      <p:sp>
        <p:nvSpPr>
          <p:cNvPr id="13" name="Chevron 12"/>
          <p:cNvSpPr/>
          <p:nvPr/>
        </p:nvSpPr>
        <p:spPr>
          <a:xfrm>
            <a:off x="7342920" y="2000000"/>
            <a:ext cx="2100000" cy="800000"/>
          </a:xfrm>
          <a:prstGeom prst="chevron">
            <a:avLst/>
          </a:prstGeom>
          <a:solidFill>
            <a:srgbClr val="006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92920" y="2150000"/>
            <a:ext cx="16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rkOT-Heavy"/>
              </a:rPr>
              <a:t>Reporting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42920" y="3000000"/>
            <a:ext cx="2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1A1A1A"/>
                </a:solidFill>
                <a:latin typeface="MarkOT"/>
              </a:rPr>
              <a:t>Auto-generated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MarkOT"/>
              </a:rPr>
              <a:t>workpapers &amp;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MarkOT"/>
              </a:rPr>
              <a:t>data-driven findings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MarkOT"/>
              </a:rPr>
              <a:t>feed audit reports</a:t>
            </a:r>
          </a:p>
        </p:txBody>
      </p:sp>
      <p:sp>
        <p:nvSpPr>
          <p:cNvPr id="16" name="Chevron 15"/>
          <p:cNvSpPr/>
          <p:nvPr/>
        </p:nvSpPr>
        <p:spPr>
          <a:xfrm>
            <a:off x="9622920" y="2000000"/>
            <a:ext cx="2100000" cy="800000"/>
          </a:xfrm>
          <a:prstGeom prst="chevron">
            <a:avLst/>
          </a:prstGeom>
          <a:solidFill>
            <a:srgbClr val="00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2920" y="2150000"/>
            <a:ext cx="16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rkOT-Heavy"/>
              </a:rPr>
              <a:t>Continuous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MarkOT-Heavy"/>
              </a:rPr>
              <a:t>Assurance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2920" y="3000000"/>
            <a:ext cx="2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1A1A1A"/>
                </a:solidFill>
                <a:latin typeface="MarkOT"/>
              </a:rPr>
              <a:t>Reusable frameworks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MarkOT"/>
              </a:rPr>
              <a:t>run on schedule -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MarkOT"/>
              </a:rPr>
              <a:t>quarterly in an hour,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MarkOT"/>
              </a:rPr>
              <a:t>always-on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400000"/>
            <a:ext cx="1115568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323A"/>
                </a:solidFill>
                <a:latin typeface="MarkOT-Heavy"/>
              </a:rPr>
              <a:t>How teams engage:  </a:t>
            </a:r>
            <a:r>
              <a:rPr sz="1200">
                <a:solidFill>
                  <a:srgbClr val="1A1A1A"/>
                </a:solidFill>
                <a:latin typeface="MarkOT"/>
              </a:rPr>
              <a:t>Audit teams send DART the Assessment Form at the start of audit planning. DART evaluates whether the audit can be analytics-supported or fully DART-delivered, then embeds from scoping through to continuous assurance.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arkOT-Heavy"/>
              </a:rPr>
              <a:t>DART </a:t>
            </a:r>
            <a:r>
              <a:rPr lang="en-AU">
                <a:latin typeface="MarkOT-Heavy"/>
              </a:rPr>
              <a:t>S</a:t>
            </a:r>
            <a:r>
              <a:rPr err="1">
                <a:latin typeface="MarkOT-Heavy"/>
              </a:rPr>
              <a:t>trategy</a:t>
            </a:r>
            <a:r>
              <a:rPr>
                <a:latin typeface="MarkOT-Heavy"/>
              </a:rPr>
              <a:t> &amp; </a:t>
            </a:r>
            <a:r>
              <a:rPr lang="en-AU">
                <a:latin typeface="MarkOT-Heavy"/>
              </a:rPr>
              <a:t>V</a:t>
            </a:r>
            <a:r>
              <a:rPr err="1">
                <a:latin typeface="MarkOT-Heavy"/>
              </a:rPr>
              <a:t>ision</a:t>
            </a:r>
            <a:endParaRPr>
              <a:latin typeface="MarkOT-Heavy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1143000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00" b="1" i="0">
                <a:solidFill>
                  <a:srgbClr val="006280"/>
                </a:solidFill>
                <a:latin typeface="MarkOT"/>
              </a:rPr>
              <a:t>From ad-hoc analytics to AI-native audit — to protect the business and detect threats early</a:t>
            </a:r>
          </a:p>
        </p:txBody>
      </p:sp>
      <p:sp>
        <p:nvSpPr>
          <p:cNvPr id="5" name="Chevron 4"/>
          <p:cNvSpPr/>
          <p:nvPr/>
        </p:nvSpPr>
        <p:spPr>
          <a:xfrm>
            <a:off x="502920" y="2743200"/>
            <a:ext cx="2185416" cy="1234440"/>
          </a:xfrm>
          <a:prstGeom prst="chevron">
            <a:avLst/>
          </a:prstGeom>
          <a:solidFill>
            <a:srgbClr val="ACA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2048255" cy="12344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arkOT-Heavy"/>
              </a:rPr>
              <a:t>Traditional</a:t>
            </a:r>
          </a:p>
        </p:txBody>
      </p:sp>
      <p:sp>
        <p:nvSpPr>
          <p:cNvPr id="7" name="Chevron 6"/>
          <p:cNvSpPr/>
          <p:nvPr/>
        </p:nvSpPr>
        <p:spPr>
          <a:xfrm>
            <a:off x="2734056" y="2743200"/>
            <a:ext cx="2185416" cy="1234440"/>
          </a:xfrm>
          <a:prstGeom prst="chevron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71216" y="2743200"/>
            <a:ext cx="2048255" cy="12344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arkOT-Heavy"/>
              </a:rPr>
              <a:t>Descriptive</a:t>
            </a:r>
          </a:p>
        </p:txBody>
      </p:sp>
      <p:sp>
        <p:nvSpPr>
          <p:cNvPr id="9" name="Chevron 8"/>
          <p:cNvSpPr/>
          <p:nvPr/>
        </p:nvSpPr>
        <p:spPr>
          <a:xfrm>
            <a:off x="4965192" y="2743200"/>
            <a:ext cx="2185416" cy="1234440"/>
          </a:xfrm>
          <a:prstGeom prst="chevron">
            <a:avLst/>
          </a:prstGeom>
          <a:solidFill>
            <a:srgbClr val="006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02352" y="2743200"/>
            <a:ext cx="2048255" cy="12344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arkOT-Heavy"/>
              </a:rPr>
              <a:t>Continuous</a:t>
            </a:r>
          </a:p>
        </p:txBody>
      </p:sp>
      <p:sp>
        <p:nvSpPr>
          <p:cNvPr id="11" name="Chevron 10"/>
          <p:cNvSpPr/>
          <p:nvPr/>
        </p:nvSpPr>
        <p:spPr>
          <a:xfrm>
            <a:off x="7196328" y="2743200"/>
            <a:ext cx="2185416" cy="1234440"/>
          </a:xfrm>
          <a:prstGeom prst="chevron">
            <a:avLst/>
          </a:prstGeom>
          <a:solidFill>
            <a:srgbClr val="FF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33488" y="2743200"/>
            <a:ext cx="2048255" cy="12344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arkOT-Heavy"/>
              </a:rPr>
              <a:t>Predictive</a:t>
            </a:r>
          </a:p>
        </p:txBody>
      </p:sp>
      <p:sp>
        <p:nvSpPr>
          <p:cNvPr id="13" name="Chevron 12"/>
          <p:cNvSpPr/>
          <p:nvPr/>
        </p:nvSpPr>
        <p:spPr>
          <a:xfrm>
            <a:off x="9427464" y="2743200"/>
            <a:ext cx="2185416" cy="1234440"/>
          </a:xfrm>
          <a:prstGeom prst="chevron">
            <a:avLst/>
          </a:prstGeom>
          <a:solidFill>
            <a:srgbClr val="FFCC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64624" y="2743200"/>
            <a:ext cx="2048255" cy="12344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500" b="1" i="0">
                <a:solidFill>
                  <a:srgbClr val="00323A"/>
                </a:solidFill>
                <a:latin typeface="MarkOT-Heavy"/>
              </a:rPr>
              <a:t>AI-native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97680"/>
            <a:ext cx="1115568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300" b="0" i="1">
                <a:solidFill>
                  <a:srgbClr val="ACAFB2"/>
                </a:solidFill>
                <a:latin typeface="MarkOT"/>
              </a:rPr>
              <a:t>Where most audit functions sit  →→→  where DART is heading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892040"/>
            <a:ext cx="11155680" cy="10972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500" b="1" i="0">
                <a:solidFill>
                  <a:srgbClr val="00323A"/>
                </a:solidFill>
                <a:latin typeface="MarkOT-Heavy"/>
              </a:rPr>
              <a:t>Our frontier:  </a:t>
            </a:r>
            <a:r>
              <a:rPr sz="1500" b="0" i="0">
                <a:solidFill>
                  <a:srgbClr val="1A1A1A"/>
                </a:solidFill>
                <a:latin typeface="MarkOT"/>
              </a:rPr>
              <a:t>predictive risk sensing and AI-native, agent-driven auditing — built on governed enterprise data and full-population testing.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450000"/>
            <a:ext cx="2185416" cy="2500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450000"/>
            <a:ext cx="2185416" cy="25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rkOT"/>
              </a:rPr>
              <a:t>Available today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34056" y="2450000"/>
            <a:ext cx="2185416" cy="2500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34056" y="2450000"/>
            <a:ext cx="2185416" cy="25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rkOT"/>
              </a:rPr>
              <a:t>Available today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65192" y="2450000"/>
            <a:ext cx="2185416" cy="250000"/>
          </a:xfrm>
          <a:prstGeom prst="round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65192" y="2450000"/>
            <a:ext cx="2185416" cy="25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rkOT"/>
              </a:rPr>
              <a:t>Being developed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96328" y="2450000"/>
            <a:ext cx="2185416" cy="250000"/>
          </a:xfrm>
          <a:prstGeom prst="round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96328" y="2450000"/>
            <a:ext cx="2185416" cy="25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rkOT"/>
              </a:rPr>
              <a:t>Being developed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27464" y="2450000"/>
            <a:ext cx="2185416" cy="25000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27464" y="2450000"/>
            <a:ext cx="2185416" cy="25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rkOT"/>
              </a:rPr>
              <a:t>Longer-term ambition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arkOT-Heavy"/>
              </a:rPr>
              <a:t>What </a:t>
            </a:r>
            <a:r>
              <a:rPr lang="en-AU">
                <a:latin typeface="MarkOT-Heavy"/>
              </a:rPr>
              <a:t>w</a:t>
            </a:r>
            <a:r>
              <a:rPr>
                <a:latin typeface="MarkOT-Heavy"/>
              </a:rPr>
              <a:t>e </a:t>
            </a:r>
            <a:r>
              <a:rPr lang="en-AU">
                <a:latin typeface="MarkOT-Heavy"/>
              </a:rPr>
              <a:t>A</a:t>
            </a:r>
            <a:r>
              <a:rPr err="1">
                <a:latin typeface="MarkOT-Heavy"/>
              </a:rPr>
              <a:t>ctually</a:t>
            </a:r>
            <a:r>
              <a:rPr>
                <a:latin typeface="MarkOT-Heavy"/>
              </a:rPr>
              <a:t> </a:t>
            </a:r>
            <a:r>
              <a:rPr lang="en-AU">
                <a:latin typeface="MarkOT-Heavy"/>
              </a:rPr>
              <a:t>D</a:t>
            </a:r>
            <a:r>
              <a:rPr>
                <a:latin typeface="MarkOT-Heavy"/>
              </a:rPr>
              <a:t>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/>
          </a:p>
        </p:txBody>
      </p:sp>
      <p:sp>
        <p:nvSpPr>
          <p:cNvPr id="2001" name="TextBox"/>
          <p:cNvSpPr txBox="1"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noFill/>
        </p:spPr>
        <p:txBody>
          <a:bodyPr wrap="square" lIns="50800" tIns="25400" rIns="50800" bIns="25400" anchor="t"/>
          <a:lstStyle/>
          <a:p>
            <a:pPr algn="l">
              <a:spcBef>
                <a:spcPts val="0"/>
              </a:spcBef>
            </a:pPr>
            <a:r>
              <a:rPr lang="en-AU" sz="1600" b="1" i="0">
                <a:solidFill>
                  <a:srgbClr val="006280"/>
                </a:solidFill>
                <a:latin typeface="MarkOT"/>
              </a:rPr>
              <a:t>Our everyday engine — genuinely live capabilities across audit, fraud and team capability</a:t>
            </a:r>
          </a:p>
        </p:txBody>
      </p:sp>
      <p:sp>
        <p:nvSpPr>
          <p:cNvPr id="2002" name="GCardBG"/>
          <p:cNvSpPr/>
          <p:nvPr/>
        </p:nvSpPr>
        <p:spPr>
          <a:xfrm>
            <a:off x="502920" y="1536192"/>
            <a:ext cx="3611880" cy="3950208"/>
          </a:xfrm>
          <a:prstGeom prst="rect">
            <a:avLst/>
          </a:prstGeom>
          <a:solidFill>
            <a:srgbClr val="F2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03" name="GCardBar"/>
          <p:cNvSpPr/>
          <p:nvPr/>
        </p:nvSpPr>
        <p:spPr>
          <a:xfrm>
            <a:off x="502920" y="1536192"/>
            <a:ext cx="3611880" cy="146304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04" name="TextBox"/>
          <p:cNvSpPr txBox="1"/>
          <p:nvPr/>
        </p:nvSpPr>
        <p:spPr>
          <a:xfrm>
            <a:off x="758952" y="1847088"/>
            <a:ext cx="3099816" cy="502920"/>
          </a:xfrm>
          <a:prstGeom prst="rect">
            <a:avLst/>
          </a:prstGeom>
          <a:noFill/>
        </p:spPr>
        <p:txBody>
          <a:bodyPr wrap="square" lIns="50800" tIns="25400" rIns="50800" bIns="25400" anchor="t"/>
          <a:lstStyle/>
          <a:p>
            <a:pPr algn="l">
              <a:spcBef>
                <a:spcPts val="0"/>
              </a:spcBef>
            </a:pPr>
            <a:r>
              <a:rPr lang="en-AU" sz="1600" b="1" i="0">
                <a:solidFill>
                  <a:srgbClr val="00323A"/>
                </a:solidFill>
                <a:latin typeface="MarkOT-Heavy"/>
              </a:rPr>
              <a:t>Audit analytics</a:t>
            </a:r>
          </a:p>
        </p:txBody>
      </p:sp>
      <p:sp>
        <p:nvSpPr>
          <p:cNvPr id="2005" name="TextBox"/>
          <p:cNvSpPr txBox="1"/>
          <p:nvPr/>
        </p:nvSpPr>
        <p:spPr>
          <a:xfrm>
            <a:off x="758952" y="2496312"/>
            <a:ext cx="3099816" cy="2852928"/>
          </a:xfrm>
          <a:prstGeom prst="rect">
            <a:avLst/>
          </a:prstGeom>
          <a:noFill/>
        </p:spPr>
        <p:txBody>
          <a:bodyPr wrap="square" lIns="50800" tIns="25400" rIns="50800" bIns="25400" anchor="t"/>
          <a:lstStyle/>
          <a:p>
            <a:pPr algn="l">
              <a:spcBef>
                <a:spcPts val="700"/>
              </a:spcBef>
            </a:pPr>
            <a:r>
              <a:rPr lang="en-AU" sz="1250" b="1" i="0">
                <a:solidFill>
                  <a:srgbClr val="00323A"/>
                </a:solidFill>
                <a:latin typeface="MarkOT-Heavy"/>
              </a:rPr>
              <a:t>Full-population testing</a:t>
            </a:r>
          </a:p>
          <a:p>
            <a:pPr algn="l">
              <a:spcBef>
                <a:spcPts val="100"/>
              </a:spcBef>
            </a:pPr>
            <a:r>
              <a:rPr lang="en-AU" sz="1080" b="0" i="0">
                <a:solidFill>
                  <a:srgbClr val="1A1A1A"/>
                </a:solidFill>
                <a:latin typeface="MarkOT"/>
              </a:rPr>
              <a:t>Test 100% of transactions, not samples</a:t>
            </a:r>
          </a:p>
          <a:p>
            <a:pPr algn="l">
              <a:spcBef>
                <a:spcPts val="700"/>
              </a:spcBef>
            </a:pPr>
            <a:r>
              <a:rPr lang="en-AU" sz="1250" b="1" i="0">
                <a:solidFill>
                  <a:srgbClr val="00323A"/>
                </a:solidFill>
                <a:latin typeface="MarkOT-Heavy"/>
              </a:rPr>
              <a:t>Exception &amp; anomaly analysis</a:t>
            </a:r>
          </a:p>
          <a:p>
            <a:pPr algn="l">
              <a:spcBef>
                <a:spcPts val="100"/>
              </a:spcBef>
            </a:pPr>
            <a:r>
              <a:rPr lang="en-AU" sz="1080" b="0" i="0">
                <a:solidFill>
                  <a:srgbClr val="1A1A1A"/>
                </a:solidFill>
                <a:latin typeface="MarkOT"/>
              </a:rPr>
              <a:t>Duplicates, split transactions, gaps and outliers</a:t>
            </a:r>
          </a:p>
          <a:p>
            <a:pPr algn="l">
              <a:spcBef>
                <a:spcPts val="700"/>
              </a:spcBef>
            </a:pPr>
            <a:r>
              <a:rPr lang="en-AU" sz="1250" b="1" i="0">
                <a:solidFill>
                  <a:srgbClr val="00323A"/>
                </a:solidFill>
                <a:latin typeface="MarkOT-Heavy"/>
              </a:rPr>
              <a:t>Continuous auditing</a:t>
            </a:r>
          </a:p>
          <a:p>
            <a:pPr algn="l">
              <a:spcBef>
                <a:spcPts val="100"/>
              </a:spcBef>
            </a:pPr>
            <a:r>
              <a:rPr lang="en-AU" sz="1080" b="0" i="0">
                <a:solidFill>
                  <a:srgbClr val="1A1A1A"/>
                </a:solidFill>
                <a:latin typeface="MarkOT"/>
              </a:rPr>
              <a:t>Ongoing, automated control monitoring</a:t>
            </a:r>
          </a:p>
        </p:txBody>
      </p:sp>
      <p:sp>
        <p:nvSpPr>
          <p:cNvPr id="2006" name="GCardBG"/>
          <p:cNvSpPr/>
          <p:nvPr/>
        </p:nvSpPr>
        <p:spPr>
          <a:xfrm>
            <a:off x="4434840" y="1536192"/>
            <a:ext cx="3611880" cy="3950208"/>
          </a:xfrm>
          <a:prstGeom prst="rect">
            <a:avLst/>
          </a:prstGeom>
          <a:solidFill>
            <a:srgbClr val="F2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07" name="GCardBar"/>
          <p:cNvSpPr/>
          <p:nvPr/>
        </p:nvSpPr>
        <p:spPr>
          <a:xfrm>
            <a:off x="4434840" y="1536192"/>
            <a:ext cx="3611880" cy="146304"/>
          </a:xfrm>
          <a:prstGeom prst="rect">
            <a:avLst/>
          </a:prstGeom>
          <a:solidFill>
            <a:srgbClr val="00628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08" name="TextBox"/>
          <p:cNvSpPr txBox="1"/>
          <p:nvPr/>
        </p:nvSpPr>
        <p:spPr>
          <a:xfrm>
            <a:off x="4690872" y="1847088"/>
            <a:ext cx="3099816" cy="502920"/>
          </a:xfrm>
          <a:prstGeom prst="rect">
            <a:avLst/>
          </a:prstGeom>
          <a:noFill/>
        </p:spPr>
        <p:txBody>
          <a:bodyPr wrap="square" lIns="50800" tIns="25400" rIns="50800" bIns="25400" anchor="t"/>
          <a:lstStyle/>
          <a:p>
            <a:pPr algn="l">
              <a:spcBef>
                <a:spcPts val="0"/>
              </a:spcBef>
            </a:pPr>
            <a:r>
              <a:rPr lang="en-AU" sz="1600" b="1" i="0">
                <a:solidFill>
                  <a:srgbClr val="00323A"/>
                </a:solidFill>
                <a:latin typeface="MarkOT-Heavy"/>
              </a:rPr>
              <a:t>Fraud analytics</a:t>
            </a:r>
          </a:p>
        </p:txBody>
      </p:sp>
      <p:sp>
        <p:nvSpPr>
          <p:cNvPr id="2009" name="TextBox"/>
          <p:cNvSpPr txBox="1"/>
          <p:nvPr/>
        </p:nvSpPr>
        <p:spPr>
          <a:xfrm>
            <a:off x="4690872" y="2496312"/>
            <a:ext cx="3099816" cy="2852928"/>
          </a:xfrm>
          <a:prstGeom prst="rect">
            <a:avLst/>
          </a:prstGeom>
          <a:noFill/>
        </p:spPr>
        <p:txBody>
          <a:bodyPr wrap="square" lIns="50800" tIns="25400" rIns="50800" bIns="25400" anchor="t"/>
          <a:lstStyle/>
          <a:p>
            <a:pPr algn="l">
              <a:spcBef>
                <a:spcPts val="700"/>
              </a:spcBef>
            </a:pPr>
            <a:r>
              <a:rPr lang="en-AU" sz="1250" b="1" i="0">
                <a:solidFill>
                  <a:srgbClr val="00323A"/>
                </a:solidFill>
                <a:latin typeface="MarkOT-Heavy"/>
              </a:rPr>
              <a:t>Employee fraud detection</a:t>
            </a:r>
          </a:p>
          <a:p>
            <a:pPr algn="l">
              <a:spcBef>
                <a:spcPts val="100"/>
              </a:spcBef>
            </a:pPr>
            <a:r>
              <a:rPr lang="en-AU" sz="1080" b="0" i="0">
                <a:solidFill>
                  <a:srgbClr val="1A1A1A"/>
                </a:solidFill>
                <a:latin typeface="MarkOT"/>
              </a:rPr>
              <a:t>Data-driven detection of internal fraud</a:t>
            </a:r>
          </a:p>
          <a:p>
            <a:pPr algn="l">
              <a:spcBef>
                <a:spcPts val="700"/>
              </a:spcBef>
            </a:pPr>
            <a:r>
              <a:rPr lang="en-AU" sz="1250" b="1" i="0">
                <a:solidFill>
                  <a:srgbClr val="00323A"/>
                </a:solidFill>
                <a:latin typeface="MarkOT-Heavy"/>
              </a:rPr>
              <a:t>Behavioural analytics</a:t>
            </a:r>
          </a:p>
          <a:p>
            <a:pPr algn="l">
              <a:spcBef>
                <a:spcPts val="100"/>
              </a:spcBef>
            </a:pPr>
            <a:r>
              <a:rPr lang="en-AU" sz="1080" b="0" i="0">
                <a:solidFill>
                  <a:srgbClr val="1A1A1A"/>
                </a:solidFill>
                <a:latin typeface="MarkOT"/>
              </a:rPr>
              <a:t>Pattern and outlier analysis of activity</a:t>
            </a:r>
          </a:p>
          <a:p>
            <a:pPr algn="l">
              <a:spcBef>
                <a:spcPts val="700"/>
              </a:spcBef>
            </a:pPr>
            <a:r>
              <a:rPr lang="en-AU" sz="1250" b="1" i="0">
                <a:solidFill>
                  <a:srgbClr val="00323A"/>
                </a:solidFill>
                <a:latin typeface="MarkOT-Heavy"/>
              </a:rPr>
              <a:t>Access monitoring</a:t>
            </a:r>
          </a:p>
          <a:p>
            <a:pPr algn="l">
              <a:spcBef>
                <a:spcPts val="100"/>
              </a:spcBef>
            </a:pPr>
            <a:r>
              <a:rPr lang="en-AU" sz="1080" b="0" i="0">
                <a:solidFill>
                  <a:srgbClr val="1A1A1A"/>
                </a:solidFill>
                <a:latin typeface="MarkOT"/>
              </a:rPr>
              <a:t>Flagging inappropriate or anomalous access</a:t>
            </a:r>
          </a:p>
        </p:txBody>
      </p:sp>
      <p:sp>
        <p:nvSpPr>
          <p:cNvPr id="2010" name="GCardBG"/>
          <p:cNvSpPr/>
          <p:nvPr/>
        </p:nvSpPr>
        <p:spPr>
          <a:xfrm>
            <a:off x="8366760" y="1536192"/>
            <a:ext cx="3611880" cy="3950208"/>
          </a:xfrm>
          <a:prstGeom prst="rect">
            <a:avLst/>
          </a:prstGeom>
          <a:solidFill>
            <a:srgbClr val="F2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11" name="GCardBar"/>
          <p:cNvSpPr/>
          <p:nvPr/>
        </p:nvSpPr>
        <p:spPr>
          <a:xfrm>
            <a:off x="8366760" y="1536192"/>
            <a:ext cx="3611880" cy="146304"/>
          </a:xfrm>
          <a:prstGeom prst="rect">
            <a:avLst/>
          </a:prstGeom>
          <a:solidFill>
            <a:srgbClr val="FFA1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12" name="TextBox"/>
          <p:cNvSpPr txBox="1"/>
          <p:nvPr/>
        </p:nvSpPr>
        <p:spPr>
          <a:xfrm>
            <a:off x="8622792" y="1847088"/>
            <a:ext cx="3099816" cy="502920"/>
          </a:xfrm>
          <a:prstGeom prst="rect">
            <a:avLst/>
          </a:prstGeom>
          <a:noFill/>
        </p:spPr>
        <p:txBody>
          <a:bodyPr wrap="square" lIns="50800" tIns="25400" rIns="50800" bIns="25400" anchor="t"/>
          <a:lstStyle/>
          <a:p>
            <a:pPr algn="l">
              <a:spcBef>
                <a:spcPts val="0"/>
              </a:spcBef>
            </a:pPr>
            <a:r>
              <a:rPr lang="en-AU" sz="1600" b="1" i="0">
                <a:solidFill>
                  <a:srgbClr val="00323A"/>
                </a:solidFill>
                <a:latin typeface="MarkOT-Heavy"/>
              </a:rPr>
              <a:t>IA team upskilling</a:t>
            </a:r>
          </a:p>
        </p:txBody>
      </p:sp>
      <p:sp>
        <p:nvSpPr>
          <p:cNvPr id="2013" name="TextBox"/>
          <p:cNvSpPr txBox="1"/>
          <p:nvPr/>
        </p:nvSpPr>
        <p:spPr>
          <a:xfrm>
            <a:off x="8622792" y="2496312"/>
            <a:ext cx="3099816" cy="2852928"/>
          </a:xfrm>
          <a:prstGeom prst="rect">
            <a:avLst/>
          </a:prstGeom>
          <a:noFill/>
        </p:spPr>
        <p:txBody>
          <a:bodyPr wrap="square" lIns="50800" tIns="25400" rIns="50800" bIns="25400" anchor="t"/>
          <a:lstStyle/>
          <a:p>
            <a:pPr algn="l">
              <a:spcBef>
                <a:spcPts val="700"/>
              </a:spcBef>
            </a:pPr>
            <a:r>
              <a:rPr lang="en-AU" sz="1250" b="1" i="0">
                <a:solidFill>
                  <a:srgbClr val="00323A"/>
                </a:solidFill>
                <a:latin typeface="MarkOT-Heavy"/>
              </a:rPr>
              <a:t>Building analytics capability</a:t>
            </a:r>
          </a:p>
          <a:p>
            <a:pPr>
              <a:spcBef>
                <a:spcPts val="100"/>
              </a:spcBef>
            </a:pPr>
            <a:r>
              <a:rPr lang="en-AU" sz="1050" b="0" i="0">
                <a:solidFill>
                  <a:srgbClr val="1A1A1A"/>
                </a:solidFill>
                <a:latin typeface="MarkOT"/>
              </a:rPr>
              <a:t>Across all audit streams</a:t>
            </a:r>
            <a:r>
              <a:rPr lang="en-AU" sz="1050">
                <a:solidFill>
                  <a:srgbClr val="1A1A1A"/>
                </a:solidFill>
                <a:latin typeface="MarkOT"/>
              </a:rPr>
              <a:t>. Catalogue</a:t>
            </a:r>
            <a:r>
              <a:rPr lang="en-AU" sz="1050" b="0" i="0">
                <a:solidFill>
                  <a:srgbClr val="1A1A1A"/>
                </a:solidFill>
                <a:latin typeface="MarkOT"/>
              </a:rPr>
              <a:t>, training and mentorship</a:t>
            </a:r>
          </a:p>
          <a:p>
            <a:pPr algn="l">
              <a:spcBef>
                <a:spcPts val="700"/>
              </a:spcBef>
            </a:pPr>
            <a:r>
              <a:rPr lang="en-AU" sz="1250" b="1" i="0">
                <a:solidFill>
                  <a:srgbClr val="00323A"/>
                </a:solidFill>
                <a:latin typeface="MarkOT-Heavy"/>
              </a:rPr>
              <a:t>Scaling beyond DART</a:t>
            </a:r>
          </a:p>
          <a:p>
            <a:pPr algn="l">
              <a:spcBef>
                <a:spcPts val="100"/>
              </a:spcBef>
            </a:pPr>
            <a:r>
              <a:rPr lang="en-AU" sz="1080" b="0" i="0">
                <a:solidFill>
                  <a:srgbClr val="1A1A1A"/>
                </a:solidFill>
                <a:latin typeface="MarkOT"/>
              </a:rPr>
              <a:t>Embedding analytics in IT Audit, F&amp;O and Revenue Assurance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arkOT-Heavy"/>
              </a:rPr>
              <a:t>The </a:t>
            </a:r>
            <a:r>
              <a:rPr lang="en-AU">
                <a:latin typeface="MarkOT-Heavy"/>
              </a:rPr>
              <a:t>F</a:t>
            </a:r>
            <a:r>
              <a:rPr err="1">
                <a:latin typeface="MarkOT-Heavy"/>
              </a:rPr>
              <a:t>oundation</a:t>
            </a:r>
            <a:endParaRPr>
              <a:latin typeface="MarkOT-Heavy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1143000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00" b="1" i="0">
                <a:solidFill>
                  <a:srgbClr val="006280"/>
                </a:solidFill>
                <a:latin typeface="MarkOT"/>
              </a:rPr>
              <a:t>Direct, governed access to Optus data (UDP / Databricks)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37360"/>
            <a:ext cx="5394960" cy="2606040"/>
          </a:xfrm>
          <a:prstGeom prst="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737360"/>
            <a:ext cx="5394960" cy="548640"/>
          </a:xfrm>
          <a:prstGeom prst="rect">
            <a:avLst/>
          </a:prstGeom>
          <a:solidFill>
            <a:srgbClr val="ACA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50292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rkOT-Heavy"/>
              </a:rPr>
              <a:t>THE OLD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4846320" cy="2651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MarkOT"/>
              </a:rPr>
              <a:t>✗  Request file extracts from business teams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MarkOT"/>
              </a:rPr>
              <a:t>✗  Completeness could never be guaranteed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MarkOT"/>
              </a:rPr>
              <a:t>✗  Wait days or weeks for data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MarkOT"/>
              </a:rPr>
              <a:t>✗  Sample-based testing only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MarkOT"/>
              </a:rPr>
              <a:t>✗  Analysis on stale, point-in-time copies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737360"/>
            <a:ext cx="5394960" cy="2606040"/>
          </a:xfrm>
          <a:prstGeom prst="rect">
            <a:avLst/>
          </a:prstGeom>
          <a:solidFill>
            <a:srgbClr val="E8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55080" y="1737360"/>
            <a:ext cx="5394960" cy="548640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737360"/>
            <a:ext cx="50292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rkOT-Heavy"/>
              </a:rPr>
              <a:t>THE DART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514600"/>
            <a:ext cx="4846320" cy="2651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00323A"/>
                </a:solidFill>
                <a:latin typeface="MarkOT"/>
              </a:rPr>
              <a:t>✓  Direct, governed access on UDP / Databricks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00323A"/>
                </a:solidFill>
                <a:latin typeface="MarkOT"/>
              </a:rPr>
              <a:t>✓  Full population — completeness assured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00323A"/>
                </a:solidFill>
                <a:latin typeface="MarkOT"/>
              </a:rPr>
              <a:t>✓  Query data on demand, in place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00323A"/>
                </a:solidFill>
                <a:latin typeface="MarkOT"/>
              </a:rPr>
              <a:t>✓  Test 100% of transactions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00323A"/>
                </a:solidFill>
                <a:latin typeface="MarkOT"/>
              </a:rPr>
              <a:t>✓  Live, current data in a governed sandpit</a:t>
            </a:r>
          </a:p>
        </p:txBody>
      </p:sp>
      <p:sp>
        <p:nvSpPr>
          <p:cNvPr id="2058" name="TextBox"/>
          <p:cNvSpPr txBox="1"/>
          <p:nvPr/>
        </p:nvSpPr>
        <p:spPr>
          <a:xfrm>
            <a:off x="502920" y="4553712"/>
            <a:ext cx="11155680" cy="384048"/>
          </a:xfrm>
          <a:prstGeom prst="rect">
            <a:avLst/>
          </a:prstGeom>
          <a:noFill/>
        </p:spPr>
        <p:txBody>
          <a:bodyPr wrap="square" lIns="50800" tIns="25400" rIns="50800" bIns="25400" anchor="t"/>
          <a:lstStyle/>
          <a:p>
            <a:pPr algn="l">
              <a:spcBef>
                <a:spcPts val="0"/>
              </a:spcBef>
            </a:pPr>
            <a:r>
              <a:rPr lang="en-AU" sz="1600" b="1" i="0">
                <a:solidFill>
                  <a:srgbClr val="006280"/>
                </a:solidFill>
                <a:latin typeface="MarkOT"/>
              </a:rPr>
              <a:t>Analytics life cycle</a:t>
            </a:r>
          </a:p>
        </p:txBody>
      </p:sp>
      <p:sp>
        <p:nvSpPr>
          <p:cNvPr id="2059" name="LCchev"/>
          <p:cNvSpPr/>
          <p:nvPr/>
        </p:nvSpPr>
        <p:spPr>
          <a:xfrm>
            <a:off x="502920" y="5010912"/>
            <a:ext cx="2185416" cy="960120"/>
          </a:xfrm>
          <a:prstGeom prst="chevron">
            <a:avLst/>
          </a:prstGeom>
          <a:solidFill>
            <a:srgbClr val="00A3A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60" name="TextBox"/>
          <p:cNvSpPr txBox="1"/>
          <p:nvPr/>
        </p:nvSpPr>
        <p:spPr>
          <a:xfrm>
            <a:off x="868680" y="5120640"/>
            <a:ext cx="1499616" cy="740664"/>
          </a:xfrm>
          <a:prstGeom prst="rect">
            <a:avLst/>
          </a:prstGeom>
          <a:noFill/>
        </p:spPr>
        <p:txBody>
          <a:bodyPr wrap="square" lIns="50800" tIns="25400" rIns="50800" bIns="25400" anchor="ctr"/>
          <a:lstStyle/>
          <a:p>
            <a:pPr algn="ctr">
              <a:spcBef>
                <a:spcPts val="0"/>
              </a:spcBef>
            </a:pPr>
            <a:r>
              <a:rPr lang="en-AU" sz="1100" b="1" i="0">
                <a:solidFill>
                  <a:srgbClr val="FFFFFF"/>
                </a:solidFill>
                <a:latin typeface="MarkOT-Heavy"/>
              </a:rPr>
              <a:t>Business question</a:t>
            </a:r>
          </a:p>
        </p:txBody>
      </p:sp>
      <p:sp>
        <p:nvSpPr>
          <p:cNvPr id="2061" name="LCchev"/>
          <p:cNvSpPr/>
          <p:nvPr/>
        </p:nvSpPr>
        <p:spPr>
          <a:xfrm>
            <a:off x="2734056" y="5010912"/>
            <a:ext cx="2185416" cy="960120"/>
          </a:xfrm>
          <a:prstGeom prst="chevron">
            <a:avLst/>
          </a:prstGeom>
          <a:solidFill>
            <a:srgbClr val="00A3A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62" name="TextBox"/>
          <p:cNvSpPr txBox="1"/>
          <p:nvPr/>
        </p:nvSpPr>
        <p:spPr>
          <a:xfrm>
            <a:off x="3099816" y="5120640"/>
            <a:ext cx="1499616" cy="740664"/>
          </a:xfrm>
          <a:prstGeom prst="rect">
            <a:avLst/>
          </a:prstGeom>
          <a:noFill/>
        </p:spPr>
        <p:txBody>
          <a:bodyPr wrap="square" lIns="50800" tIns="25400" rIns="50800" bIns="25400" anchor="ctr"/>
          <a:lstStyle/>
          <a:p>
            <a:pPr algn="ctr">
              <a:spcBef>
                <a:spcPts val="0"/>
              </a:spcBef>
            </a:pPr>
            <a:r>
              <a:rPr lang="en-AU" sz="1100" b="1" i="0">
                <a:solidFill>
                  <a:srgbClr val="FFFFFF"/>
                </a:solidFill>
                <a:latin typeface="MarkOT-Heavy"/>
              </a:rPr>
              <a:t>Data acquisition</a:t>
            </a:r>
          </a:p>
        </p:txBody>
      </p:sp>
      <p:sp>
        <p:nvSpPr>
          <p:cNvPr id="2063" name="LCchev"/>
          <p:cNvSpPr/>
          <p:nvPr/>
        </p:nvSpPr>
        <p:spPr>
          <a:xfrm>
            <a:off x="4965192" y="5010912"/>
            <a:ext cx="2185416" cy="960120"/>
          </a:xfrm>
          <a:prstGeom prst="chevron">
            <a:avLst/>
          </a:prstGeom>
          <a:solidFill>
            <a:srgbClr val="00628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64" name="TextBox"/>
          <p:cNvSpPr txBox="1"/>
          <p:nvPr/>
        </p:nvSpPr>
        <p:spPr>
          <a:xfrm>
            <a:off x="5330952" y="5120640"/>
            <a:ext cx="1499616" cy="740664"/>
          </a:xfrm>
          <a:prstGeom prst="rect">
            <a:avLst/>
          </a:prstGeom>
          <a:noFill/>
        </p:spPr>
        <p:txBody>
          <a:bodyPr wrap="square" lIns="50800" tIns="25400" rIns="50800" bIns="25400" anchor="ctr"/>
          <a:lstStyle/>
          <a:p>
            <a:pPr algn="ctr">
              <a:spcBef>
                <a:spcPts val="0"/>
              </a:spcBef>
            </a:pPr>
            <a:r>
              <a:rPr lang="en-AU" sz="1100" b="1" i="0">
                <a:solidFill>
                  <a:srgbClr val="FFFFFF"/>
                </a:solidFill>
                <a:latin typeface="MarkOT-Heavy"/>
              </a:rPr>
              <a:t>Analytics</a:t>
            </a:r>
          </a:p>
        </p:txBody>
      </p:sp>
      <p:sp>
        <p:nvSpPr>
          <p:cNvPr id="2065" name="LCchev"/>
          <p:cNvSpPr/>
          <p:nvPr/>
        </p:nvSpPr>
        <p:spPr>
          <a:xfrm>
            <a:off x="7196328" y="5010912"/>
            <a:ext cx="2185416" cy="960120"/>
          </a:xfrm>
          <a:prstGeom prst="chevron">
            <a:avLst/>
          </a:prstGeom>
          <a:solidFill>
            <a:srgbClr val="00628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66" name="TextBox"/>
          <p:cNvSpPr txBox="1"/>
          <p:nvPr/>
        </p:nvSpPr>
        <p:spPr>
          <a:xfrm>
            <a:off x="7562088" y="5120640"/>
            <a:ext cx="1499616" cy="740664"/>
          </a:xfrm>
          <a:prstGeom prst="rect">
            <a:avLst/>
          </a:prstGeom>
          <a:noFill/>
        </p:spPr>
        <p:txBody>
          <a:bodyPr wrap="square" lIns="50800" tIns="25400" rIns="50800" bIns="25400" anchor="ctr"/>
          <a:lstStyle/>
          <a:p>
            <a:pPr algn="ctr">
              <a:spcBef>
                <a:spcPts val="0"/>
              </a:spcBef>
            </a:pPr>
            <a:r>
              <a:rPr lang="en-AU" sz="1100" b="1" i="0">
                <a:solidFill>
                  <a:srgbClr val="FFFFFF"/>
                </a:solidFill>
                <a:latin typeface="MarkOT-Heavy"/>
              </a:rPr>
              <a:t>Insights</a:t>
            </a:r>
          </a:p>
        </p:txBody>
      </p:sp>
      <p:sp>
        <p:nvSpPr>
          <p:cNvPr id="2067" name="LCchev"/>
          <p:cNvSpPr/>
          <p:nvPr/>
        </p:nvSpPr>
        <p:spPr>
          <a:xfrm>
            <a:off x="9427464" y="5010912"/>
            <a:ext cx="2185416" cy="960120"/>
          </a:xfrm>
          <a:prstGeom prst="chevron">
            <a:avLst/>
          </a:prstGeom>
          <a:solidFill>
            <a:srgbClr val="FFA1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68" name="TextBox"/>
          <p:cNvSpPr txBox="1"/>
          <p:nvPr/>
        </p:nvSpPr>
        <p:spPr>
          <a:xfrm>
            <a:off x="9793224" y="5120640"/>
            <a:ext cx="1499616" cy="740664"/>
          </a:xfrm>
          <a:prstGeom prst="rect">
            <a:avLst/>
          </a:prstGeom>
          <a:noFill/>
        </p:spPr>
        <p:txBody>
          <a:bodyPr wrap="square" lIns="50800" tIns="25400" rIns="50800" bIns="25400" anchor="ctr"/>
          <a:lstStyle/>
          <a:p>
            <a:pPr algn="ctr">
              <a:spcBef>
                <a:spcPts val="0"/>
              </a:spcBef>
            </a:pPr>
            <a:r>
              <a:rPr lang="en-AU" sz="1100" b="1" i="0">
                <a:solidFill>
                  <a:srgbClr val="FFFFFF"/>
                </a:solidFill>
                <a:latin typeface="MarkOT-Heavy"/>
              </a:rPr>
              <a:t>Action &amp; monitoring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8775" y="357188"/>
            <a:ext cx="11471274" cy="695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323A"/>
                </a:solidFill>
                <a:latin typeface="MarkOT-Heavy"/>
              </a:rPr>
              <a:t>Use Case Catalogue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6280"/>
                </a:solidFill>
                <a:latin typeface="MarkOT"/>
              </a:rPr>
              <a:t>Repeatable analytics and automation capabilities available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00000"/>
            <a:ext cx="2100000" cy="600000"/>
          </a:xfrm>
          <a:prstGeom prst="roundRect">
            <a:avLst/>
          </a:prstGeom>
          <a:solidFill>
            <a:srgbClr val="006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2920" y="1780000"/>
            <a:ext cx="194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rkOT-Heavy"/>
              </a:rPr>
              <a:t>Compliance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MarkOT-Heavy"/>
              </a:rPr>
              <a:t>&amp; Controls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420000"/>
            <a:ext cx="2100000" cy="48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20" y="2500000"/>
            <a:ext cx="194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>
                <a:solidFill>
                  <a:srgbClr val="1A1A1A"/>
                </a:solidFill>
                <a:latin typeface="MarkOT"/>
              </a:rPr>
              <a:t>MFA Compliance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MarkOT"/>
              </a:rPr>
              <a:t>Audit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000000"/>
            <a:ext cx="2100000" cy="48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2920" y="3080000"/>
            <a:ext cx="194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>
                <a:solidFill>
                  <a:srgbClr val="1A1A1A"/>
                </a:solidFill>
                <a:latin typeface="MarkOT"/>
              </a:rPr>
              <a:t>GST Governance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MarkOT"/>
              </a:rPr>
              <a:t>(in progress)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2920" y="1700000"/>
            <a:ext cx="2100000" cy="6000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62920" y="1780000"/>
            <a:ext cx="194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rkOT-Heavy"/>
              </a:rPr>
              <a:t>Fraud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MarkOT-Heavy"/>
              </a:rPr>
              <a:t>&amp; Integrity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2920" y="2420000"/>
            <a:ext cx="2100000" cy="48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62920" y="2500000"/>
            <a:ext cx="194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>
                <a:solidFill>
                  <a:srgbClr val="1A1A1A"/>
                </a:solidFill>
                <a:latin typeface="MarkOT"/>
              </a:rPr>
              <a:t>Similarity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MarkOT"/>
              </a:rPr>
              <a:t>Name-Check Tool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2920" y="3000000"/>
            <a:ext cx="2100000" cy="48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62920" y="3080000"/>
            <a:ext cx="194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>
                <a:solidFill>
                  <a:srgbClr val="1A1A1A"/>
                </a:solidFill>
                <a:latin typeface="MarkOT"/>
              </a:rPr>
              <a:t>FRM Probity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MarkOT"/>
              </a:rPr>
              <a:t>Automation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62920" y="1700000"/>
            <a:ext cx="2100000" cy="600000"/>
          </a:xfrm>
          <a:prstGeom prst="round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42920" y="1780000"/>
            <a:ext cx="194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rkOT-Heavy"/>
              </a:rPr>
              <a:t>Financial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62920" y="2420000"/>
            <a:ext cx="2100000" cy="48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42920" y="2500000"/>
            <a:ext cx="194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>
                <a:solidFill>
                  <a:srgbClr val="1A1A1A"/>
                </a:solidFill>
                <a:latin typeface="MarkOT"/>
              </a:rPr>
              <a:t>T&amp;E ExCo Testing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62920" y="3000000"/>
            <a:ext cx="2100000" cy="48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42920" y="3080000"/>
            <a:ext cx="194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>
                <a:solidFill>
                  <a:srgbClr val="1A1A1A"/>
                </a:solidFill>
                <a:latin typeface="MarkOT"/>
              </a:rPr>
              <a:t>Normal T&amp;E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62920" y="3580000"/>
            <a:ext cx="2100000" cy="48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42920" y="3660000"/>
            <a:ext cx="194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>
                <a:solidFill>
                  <a:srgbClr val="1A1A1A"/>
                </a:solidFill>
                <a:latin typeface="MarkOT"/>
              </a:rPr>
              <a:t>NBN Settlement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42920" y="1700000"/>
            <a:ext cx="2100000" cy="6000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22920" y="1780000"/>
            <a:ext cx="194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rkOT-Heavy"/>
              </a:rPr>
              <a:t>Operations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42920" y="2420000"/>
            <a:ext cx="2100000" cy="48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22920" y="2500000"/>
            <a:ext cx="194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>
                <a:solidFill>
                  <a:srgbClr val="1A1A1A"/>
                </a:solidFill>
                <a:latin typeface="MarkOT"/>
              </a:rPr>
              <a:t>Network Inventory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MarkOT"/>
              </a:rPr>
              <a:t>Management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22920" y="1700000"/>
            <a:ext cx="2100000" cy="60000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02920" y="1780000"/>
            <a:ext cx="194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rkOT-Heavy"/>
              </a:rPr>
              <a:t>AI / NLP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22920" y="2420000"/>
            <a:ext cx="2100000" cy="48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02920" y="2500000"/>
            <a:ext cx="194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>
                <a:solidFill>
                  <a:srgbClr val="1A1A1A"/>
                </a:solidFill>
                <a:latin typeface="MarkOT"/>
              </a:rPr>
              <a:t>CX/LLM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MarkOT"/>
              </a:rPr>
              <a:t>Evaluation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440000"/>
            <a:ext cx="111556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6280"/>
                </a:solidFill>
                <a:latin typeface="MarkOT"/>
              </a:rPr>
              <a:t>Each use case is a reusable framework - once built, it can re-run quarterly in under an hour and scale to new workstreams in days.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arkOT-Heavy"/>
              </a:rPr>
              <a:t>Recent </a:t>
            </a:r>
            <a:r>
              <a:rPr lang="en-AU">
                <a:latin typeface="MarkOT-Heavy"/>
              </a:rPr>
              <a:t>W</a:t>
            </a:r>
            <a:r>
              <a:rPr>
                <a:latin typeface="MarkOT-Heavy"/>
              </a:rPr>
              <a:t>ins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358775" y="0"/>
            <a:ext cx="1775460" cy="0"/>
          </a:xfrm>
        </p:spPr>
        <p:txBody>
          <a:bodyPr/>
          <a:lstStyle/>
          <a:p>
            <a:endParaRPr/>
          </a:p>
        </p:txBody>
      </p:sp>
      <p:sp>
        <p:nvSpPr>
          <p:cNvPr id="2027" name="TextBox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 lIns="50800" tIns="25400" rIns="50800" bIns="25400" anchor="t"/>
          <a:lstStyle/>
          <a:p>
            <a:pPr algn="l">
              <a:spcBef>
                <a:spcPts val="0"/>
              </a:spcBef>
            </a:pPr>
            <a:r>
              <a:rPr lang="en-AU" sz="1500" b="1" i="0">
                <a:solidFill>
                  <a:srgbClr val="006280"/>
                </a:solidFill>
                <a:latin typeface="MarkOT"/>
              </a:rPr>
              <a:t>Proof points across audit and fraud</a:t>
            </a:r>
          </a:p>
        </p:txBody>
      </p:sp>
      <p:sp>
        <p:nvSpPr>
          <p:cNvPr id="2028" name="WBG"/>
          <p:cNvSpPr/>
          <p:nvPr/>
        </p:nvSpPr>
        <p:spPr>
          <a:xfrm>
            <a:off x="411480" y="1444752"/>
            <a:ext cx="1775460" cy="3931920"/>
          </a:xfrm>
          <a:prstGeom prst="rect">
            <a:avLst/>
          </a:prstGeom>
          <a:solidFill>
            <a:srgbClr val="F2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29" name="WBar"/>
          <p:cNvSpPr/>
          <p:nvPr/>
        </p:nvSpPr>
        <p:spPr>
          <a:xfrm>
            <a:off x="411480" y="1444752"/>
            <a:ext cx="1775460" cy="146304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30" name="TextBox"/>
          <p:cNvSpPr txBox="1"/>
          <p:nvPr/>
        </p:nvSpPr>
        <p:spPr>
          <a:xfrm>
            <a:off x="576072" y="1755648"/>
            <a:ext cx="1446276" cy="868680"/>
          </a:xfrm>
          <a:prstGeom prst="rect">
            <a:avLst/>
          </a:prstGeom>
          <a:noFill/>
        </p:spPr>
        <p:txBody>
          <a:bodyPr wrap="square" lIns="50800" tIns="25400" rIns="50800" bIns="25400" anchor="t"/>
          <a:lstStyle/>
          <a:p>
            <a:pPr algn="l">
              <a:spcBef>
                <a:spcPts val="0"/>
              </a:spcBef>
            </a:pPr>
            <a:r>
              <a:rPr lang="en-AU" sz="1450" b="1" i="0">
                <a:solidFill>
                  <a:srgbClr val="00323A"/>
                </a:solidFill>
                <a:latin typeface="MarkOT-Heavy"/>
              </a:rPr>
              <a:t>MFA Compliance Audit</a:t>
            </a:r>
          </a:p>
        </p:txBody>
      </p:sp>
      <p:sp>
        <p:nvSpPr>
          <p:cNvPr id="2031" name="WHL"/>
          <p:cNvSpPr/>
          <p:nvPr/>
        </p:nvSpPr>
        <p:spPr>
          <a:xfrm>
            <a:off x="576072" y="2670048"/>
            <a:ext cx="1446276" cy="603504"/>
          </a:xfrm>
          <a:prstGeom prst="rect">
            <a:avLst/>
          </a:prstGeom>
          <a:solidFill>
            <a:srgbClr val="E8F3F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32" name="TextBox"/>
          <p:cNvSpPr txBox="1"/>
          <p:nvPr/>
        </p:nvSpPr>
        <p:spPr>
          <a:xfrm>
            <a:off x="576072" y="2670048"/>
            <a:ext cx="1446276" cy="603504"/>
          </a:xfrm>
          <a:prstGeom prst="rect">
            <a:avLst/>
          </a:prstGeom>
          <a:noFill/>
        </p:spPr>
        <p:txBody>
          <a:bodyPr wrap="square" lIns="50800" tIns="25400" rIns="50800" bIns="25400" anchor="ctr"/>
          <a:lstStyle/>
          <a:p>
            <a:pPr algn="l">
              <a:spcBef>
                <a:spcPts val="0"/>
              </a:spcBef>
            </a:pPr>
            <a:r>
              <a:rPr lang="en-AU" sz="1150" b="1" i="0">
                <a:solidFill>
                  <a:srgbClr val="006280"/>
                </a:solidFill>
                <a:latin typeface="MarkOT-Heavy"/>
              </a:rPr>
              <a:t>FY26 Annual Award — “We Are One Team”</a:t>
            </a:r>
          </a:p>
        </p:txBody>
      </p:sp>
      <p:sp>
        <p:nvSpPr>
          <p:cNvPr id="2033" name="TextBox"/>
          <p:cNvSpPr txBox="1"/>
          <p:nvPr/>
        </p:nvSpPr>
        <p:spPr>
          <a:xfrm>
            <a:off x="576072" y="3401568"/>
            <a:ext cx="1446276" cy="1874520"/>
          </a:xfrm>
          <a:prstGeom prst="rect">
            <a:avLst/>
          </a:prstGeom>
          <a:noFill/>
        </p:spPr>
        <p:txBody>
          <a:bodyPr wrap="square" lIns="50800" tIns="25400" rIns="50800" bIns="25400" anchor="t"/>
          <a:lstStyle/>
          <a:p>
            <a:r>
              <a:rPr lang="en-AU" sz="1150">
                <a:solidFill>
                  <a:srgbClr val="1A1A1A"/>
                </a:solidFill>
                <a:ea typeface="+mn-lt"/>
                <a:cs typeface="+mn-lt"/>
              </a:rPr>
              <a:t>Analysed </a:t>
            </a:r>
            <a:r>
              <a:rPr lang="en-AU" sz="1150" b="1">
                <a:solidFill>
                  <a:srgbClr val="1A1A1A"/>
                </a:solidFill>
                <a:ea typeface="+mn-lt"/>
                <a:cs typeface="+mn-lt"/>
              </a:rPr>
              <a:t>15.8M records</a:t>
            </a:r>
            <a:r>
              <a:rPr lang="en-AU" sz="1150">
                <a:solidFill>
                  <a:srgbClr val="1A1A1A"/>
                </a:solidFill>
                <a:ea typeface="+mn-lt"/>
                <a:cs typeface="+mn-lt"/>
              </a:rPr>
              <a:t> to expose </a:t>
            </a:r>
            <a:r>
              <a:rPr lang="en-AU" sz="1150" b="0" i="0">
                <a:solidFill>
                  <a:srgbClr val="1A1A1A"/>
                </a:solidFill>
                <a:ea typeface="+mn-lt"/>
                <a:cs typeface="+mn-lt"/>
              </a:rPr>
              <a:t>gaps in MFA compliance controls against Customer Identity Authentication regulations</a:t>
            </a:r>
            <a:r>
              <a:rPr lang="en-AU" sz="1150">
                <a:solidFill>
                  <a:srgbClr val="1A1A1A"/>
                </a:solidFill>
                <a:ea typeface="+mn-lt"/>
                <a:cs typeface="+mn-lt"/>
              </a:rPr>
              <a:t>.  which give us early visibility of regulatory &amp; reputational risk.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2034" name="WBG"/>
          <p:cNvSpPr/>
          <p:nvPr/>
        </p:nvSpPr>
        <p:spPr>
          <a:xfrm>
            <a:off x="2333244" y="1444752"/>
            <a:ext cx="1775460" cy="3931920"/>
          </a:xfrm>
          <a:prstGeom prst="rect">
            <a:avLst/>
          </a:prstGeom>
          <a:solidFill>
            <a:srgbClr val="F2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35" name="WBar"/>
          <p:cNvSpPr/>
          <p:nvPr/>
        </p:nvSpPr>
        <p:spPr>
          <a:xfrm>
            <a:off x="2333244" y="1444752"/>
            <a:ext cx="1775460" cy="146304"/>
          </a:xfrm>
          <a:prstGeom prst="rect">
            <a:avLst/>
          </a:prstGeom>
          <a:solidFill>
            <a:srgbClr val="00628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36" name="TextBox"/>
          <p:cNvSpPr txBox="1"/>
          <p:nvPr/>
        </p:nvSpPr>
        <p:spPr>
          <a:xfrm>
            <a:off x="2497836" y="1755648"/>
            <a:ext cx="1446276" cy="868680"/>
          </a:xfrm>
          <a:prstGeom prst="rect">
            <a:avLst/>
          </a:prstGeom>
          <a:noFill/>
        </p:spPr>
        <p:txBody>
          <a:bodyPr wrap="square" lIns="50800" tIns="25400" rIns="50800" bIns="25400" anchor="t"/>
          <a:lstStyle/>
          <a:p>
            <a:pPr algn="l">
              <a:spcBef>
                <a:spcPts val="0"/>
              </a:spcBef>
            </a:pPr>
            <a:r>
              <a:rPr lang="en-AU" sz="1450" b="1" i="0">
                <a:solidFill>
                  <a:srgbClr val="00323A"/>
                </a:solidFill>
                <a:latin typeface="MarkOT-Heavy"/>
              </a:rPr>
              <a:t>LLM Access — CX Audit</a:t>
            </a:r>
          </a:p>
        </p:txBody>
      </p:sp>
      <p:sp>
        <p:nvSpPr>
          <p:cNvPr id="2037" name="WHL"/>
          <p:cNvSpPr/>
          <p:nvPr/>
        </p:nvSpPr>
        <p:spPr>
          <a:xfrm>
            <a:off x="2497836" y="2670048"/>
            <a:ext cx="1446276" cy="603504"/>
          </a:xfrm>
          <a:prstGeom prst="rect">
            <a:avLst/>
          </a:prstGeom>
          <a:solidFill>
            <a:srgbClr val="E8F3F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38" name="TextBox"/>
          <p:cNvSpPr txBox="1"/>
          <p:nvPr/>
        </p:nvSpPr>
        <p:spPr>
          <a:xfrm>
            <a:off x="2497836" y="2670048"/>
            <a:ext cx="1446276" cy="603504"/>
          </a:xfrm>
          <a:prstGeom prst="rect">
            <a:avLst/>
          </a:prstGeom>
          <a:noFill/>
        </p:spPr>
        <p:txBody>
          <a:bodyPr wrap="square" lIns="50800" tIns="25400" rIns="50800" bIns="25400" anchor="ctr"/>
          <a:lstStyle/>
          <a:p>
            <a:r>
              <a:rPr lang="en-AU" sz="1150" b="1" i="0">
                <a:solidFill>
                  <a:srgbClr val="006280"/>
                </a:solidFill>
                <a:latin typeface="MarkOT-Heavy"/>
              </a:rPr>
              <a:t>First </a:t>
            </a:r>
            <a:r>
              <a:rPr lang="en-AU" sz="1150" b="1">
                <a:solidFill>
                  <a:srgbClr val="006280"/>
                </a:solidFill>
                <a:latin typeface="MarkOT-Heavy"/>
              </a:rPr>
              <a:t>team </a:t>
            </a:r>
            <a:r>
              <a:rPr lang="en-AU" sz="1150" b="1" i="0">
                <a:solidFill>
                  <a:srgbClr val="006280"/>
                </a:solidFill>
                <a:latin typeface="MarkOT-Heavy"/>
              </a:rPr>
              <a:t>at Optus with Databricks LLM access in production</a:t>
            </a:r>
            <a:r>
              <a:rPr lang="en-AU" sz="1150" b="1">
                <a:solidFill>
                  <a:srgbClr val="006280"/>
                </a:solidFill>
                <a:latin typeface="MarkOT-Heavy"/>
              </a:rPr>
              <a:t>!</a:t>
            </a:r>
            <a:endParaRPr lang="en-AU" sz="1150" b="1" i="0">
              <a:solidFill>
                <a:srgbClr val="006280"/>
              </a:solidFill>
              <a:latin typeface="MarkOT-Heavy"/>
            </a:endParaRPr>
          </a:p>
        </p:txBody>
      </p:sp>
      <p:sp>
        <p:nvSpPr>
          <p:cNvPr id="2039" name="TextBox"/>
          <p:cNvSpPr txBox="1"/>
          <p:nvPr/>
        </p:nvSpPr>
        <p:spPr>
          <a:xfrm>
            <a:off x="2497836" y="3401568"/>
            <a:ext cx="1446276" cy="1874520"/>
          </a:xfrm>
          <a:prstGeom prst="rect">
            <a:avLst/>
          </a:prstGeom>
          <a:noFill/>
        </p:spPr>
        <p:txBody>
          <a:bodyPr wrap="square" lIns="50800" tIns="25400" rIns="50800" bIns="25400" anchor="t"/>
          <a:lstStyle/>
          <a:p>
            <a:r>
              <a:rPr lang="en-AU" sz="1150">
                <a:solidFill>
                  <a:srgbClr val="1A1A1A"/>
                </a:solidFill>
                <a:ea typeface="+mn-lt"/>
                <a:cs typeface="+mn-lt"/>
              </a:rPr>
              <a:t>Applied </a:t>
            </a:r>
            <a:r>
              <a:rPr lang="en-AU" sz="1150" b="0" i="0">
                <a:solidFill>
                  <a:srgbClr val="1A1A1A"/>
                </a:solidFill>
                <a:ea typeface="+mn-lt"/>
                <a:cs typeface="+mn-lt"/>
              </a:rPr>
              <a:t>governed LLM access </a:t>
            </a:r>
            <a:r>
              <a:rPr lang="en-AU" sz="1150">
                <a:solidFill>
                  <a:srgbClr val="1A1A1A"/>
                </a:solidFill>
                <a:ea typeface="+mn-lt"/>
                <a:cs typeface="+mn-lt"/>
              </a:rPr>
              <a:t>to analyse </a:t>
            </a:r>
            <a:r>
              <a:rPr lang="en-AU" sz="1150" b="1">
                <a:solidFill>
                  <a:srgbClr val="1A1A1A"/>
                </a:solidFill>
                <a:ea typeface="+mn-lt"/>
                <a:cs typeface="+mn-lt"/>
              </a:rPr>
              <a:t>280K chat transcripts </a:t>
            </a:r>
            <a:r>
              <a:rPr lang="en-AU" sz="1150">
                <a:solidFill>
                  <a:srgbClr val="1A1A1A"/>
                </a:solidFill>
                <a:ea typeface="+mn-lt"/>
                <a:cs typeface="+mn-lt"/>
              </a:rPr>
              <a:t>(many very long, for customers with credits over $0) - </a:t>
            </a:r>
            <a:r>
              <a:rPr lang="en-AU" sz="1150" b="0" i="0">
                <a:solidFill>
                  <a:srgbClr val="1A1A1A"/>
                </a:solidFill>
                <a:ea typeface="+mn-lt"/>
                <a:cs typeface="+mn-lt"/>
              </a:rPr>
              <a:t>built an </a:t>
            </a:r>
            <a:r>
              <a:rPr lang="en-AU" sz="1150" b="1" i="0">
                <a:solidFill>
                  <a:srgbClr val="1A1A1A"/>
                </a:solidFill>
                <a:ea typeface="+mn-lt"/>
                <a:cs typeface="+mn-lt"/>
              </a:rPr>
              <a:t>evaluation framework</a:t>
            </a:r>
            <a:r>
              <a:rPr lang="en-AU" sz="1150" b="0" i="0">
                <a:solidFill>
                  <a:srgbClr val="1A1A1A"/>
                </a:solidFill>
                <a:ea typeface="+mn-lt"/>
                <a:cs typeface="+mn-lt"/>
              </a:rPr>
              <a:t> measuring LLM accuracy at scale</a:t>
            </a:r>
            <a:r>
              <a:rPr lang="en-AU" sz="1150">
                <a:solidFill>
                  <a:srgbClr val="1A1A1A"/>
                </a:solidFill>
                <a:ea typeface="+mn-lt"/>
                <a:cs typeface="+mn-lt"/>
              </a:rPr>
              <a:t>. Partnered across </a:t>
            </a:r>
            <a:r>
              <a:rPr lang="en-AU" sz="1150" b="1">
                <a:solidFill>
                  <a:srgbClr val="1A1A1A"/>
                </a:solidFill>
                <a:ea typeface="+mn-lt"/>
                <a:cs typeface="+mn-lt"/>
              </a:rPr>
              <a:t>Privacy</a:t>
            </a:r>
            <a:r>
              <a:rPr lang="en-AU" sz="1150" b="1" i="0">
                <a:solidFill>
                  <a:srgbClr val="1A1A1A"/>
                </a:solidFill>
                <a:ea typeface="+mn-lt"/>
                <a:cs typeface="+mn-lt"/>
              </a:rPr>
              <a:t>, Legal, </a:t>
            </a:r>
            <a:r>
              <a:rPr lang="en-AU" sz="1150" b="1">
                <a:solidFill>
                  <a:srgbClr val="1A1A1A"/>
                </a:solidFill>
                <a:ea typeface="+mn-lt"/>
                <a:cs typeface="+mn-lt"/>
              </a:rPr>
              <a:t>Architecture, Data</a:t>
            </a:r>
            <a:r>
              <a:rPr lang="en-AU" sz="1150" b="1" i="0">
                <a:solidFill>
                  <a:srgbClr val="1A1A1A"/>
                </a:solidFill>
                <a:ea typeface="+mn-lt"/>
                <a:cs typeface="+mn-lt"/>
              </a:rPr>
              <a:t> Governance &amp; multiple </a:t>
            </a:r>
            <a:r>
              <a:rPr lang="en-AU" sz="1150" b="1">
                <a:solidFill>
                  <a:srgbClr val="1A1A1A"/>
                </a:solidFill>
                <a:ea typeface="+mn-lt"/>
                <a:cs typeface="+mn-lt"/>
              </a:rPr>
              <a:t>review boards</a:t>
            </a:r>
            <a:r>
              <a:rPr lang="en-AU" sz="1150" b="1">
                <a:solidFill>
                  <a:srgbClr val="1A1A1A"/>
                </a:solidFill>
                <a:latin typeface="MarkOT"/>
              </a:rPr>
              <a:t>.</a:t>
            </a:r>
            <a:r>
              <a:rPr lang="en-AU" sz="1150" b="1" i="0">
                <a:solidFill>
                  <a:srgbClr val="1A1A1A"/>
                </a:solidFill>
                <a:latin typeface="MarkOT"/>
              </a:rPr>
              <a:t> </a:t>
            </a:r>
            <a:endParaRPr lang="en-US" b="1"/>
          </a:p>
        </p:txBody>
      </p:sp>
      <p:sp>
        <p:nvSpPr>
          <p:cNvPr id="2040" name="WBG"/>
          <p:cNvSpPr/>
          <p:nvPr/>
        </p:nvSpPr>
        <p:spPr>
          <a:xfrm>
            <a:off x="4255008" y="1444752"/>
            <a:ext cx="1775460" cy="3931920"/>
          </a:xfrm>
          <a:prstGeom prst="rect">
            <a:avLst/>
          </a:prstGeom>
          <a:solidFill>
            <a:srgbClr val="F2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41" name="WBar"/>
          <p:cNvSpPr/>
          <p:nvPr/>
        </p:nvSpPr>
        <p:spPr>
          <a:xfrm>
            <a:off x="4255008" y="1444752"/>
            <a:ext cx="1775460" cy="146304"/>
          </a:xfrm>
          <a:prstGeom prst="rect">
            <a:avLst/>
          </a:prstGeom>
          <a:solidFill>
            <a:srgbClr val="FFA1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42" name="TextBox"/>
          <p:cNvSpPr txBox="1"/>
          <p:nvPr/>
        </p:nvSpPr>
        <p:spPr>
          <a:xfrm>
            <a:off x="4419600" y="1755648"/>
            <a:ext cx="1446276" cy="868680"/>
          </a:xfrm>
          <a:prstGeom prst="rect">
            <a:avLst/>
          </a:prstGeom>
          <a:noFill/>
        </p:spPr>
        <p:txBody>
          <a:bodyPr wrap="square" lIns="50800" tIns="25400" rIns="50800" bIns="25400" anchor="t"/>
          <a:lstStyle/>
          <a:p>
            <a:pPr algn="l">
              <a:spcBef>
                <a:spcPts val="0"/>
              </a:spcBef>
            </a:pPr>
            <a:r>
              <a:rPr lang="en-AU" sz="1450" b="1" i="0">
                <a:solidFill>
                  <a:srgbClr val="00323A"/>
                </a:solidFill>
                <a:latin typeface="MarkOT-Heavy"/>
              </a:rPr>
              <a:t>T&amp;E ExCo Testing</a:t>
            </a:r>
          </a:p>
        </p:txBody>
      </p:sp>
      <p:sp>
        <p:nvSpPr>
          <p:cNvPr id="2043" name="WHL"/>
          <p:cNvSpPr/>
          <p:nvPr/>
        </p:nvSpPr>
        <p:spPr>
          <a:xfrm>
            <a:off x="4419600" y="2670048"/>
            <a:ext cx="1446276" cy="603504"/>
          </a:xfrm>
          <a:prstGeom prst="rect">
            <a:avLst/>
          </a:prstGeom>
          <a:solidFill>
            <a:srgbClr val="E8F3F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44" name="TextBox"/>
          <p:cNvSpPr txBox="1"/>
          <p:nvPr/>
        </p:nvSpPr>
        <p:spPr>
          <a:xfrm>
            <a:off x="4419600" y="2670048"/>
            <a:ext cx="1446276" cy="603504"/>
          </a:xfrm>
          <a:prstGeom prst="rect">
            <a:avLst/>
          </a:prstGeom>
          <a:noFill/>
        </p:spPr>
        <p:txBody>
          <a:bodyPr wrap="square" lIns="50800" tIns="25400" rIns="50800" bIns="25400" anchor="ctr"/>
          <a:lstStyle/>
          <a:p>
            <a:pPr algn="l">
              <a:spcBef>
                <a:spcPts val="0"/>
              </a:spcBef>
            </a:pPr>
            <a:r>
              <a:rPr lang="en-AU" sz="1150" b="1" i="0">
                <a:solidFill>
                  <a:srgbClr val="006280"/>
                </a:solidFill>
                <a:latin typeface="MarkOT-Heavy"/>
              </a:rPr>
              <a:t>Completed in under a day with documentation!</a:t>
            </a:r>
          </a:p>
        </p:txBody>
      </p:sp>
      <p:sp>
        <p:nvSpPr>
          <p:cNvPr id="2045" name="TextBox"/>
          <p:cNvSpPr txBox="1"/>
          <p:nvPr/>
        </p:nvSpPr>
        <p:spPr>
          <a:xfrm>
            <a:off x="4419600" y="3401568"/>
            <a:ext cx="1446276" cy="1874520"/>
          </a:xfrm>
          <a:prstGeom prst="rect">
            <a:avLst/>
          </a:prstGeom>
          <a:noFill/>
        </p:spPr>
        <p:txBody>
          <a:bodyPr wrap="square" lIns="50800" tIns="25400" rIns="50800" bIns="25400" anchor="t"/>
          <a:lstStyle/>
          <a:p>
            <a:r>
              <a:rPr lang="en-AU" sz="1150" b="0" i="0">
                <a:solidFill>
                  <a:srgbClr val="1A1A1A"/>
                </a:solidFill>
                <a:ea typeface="+mn-lt"/>
                <a:cs typeface="+mn-lt"/>
              </a:rPr>
              <a:t>Full-population testing </a:t>
            </a:r>
            <a:r>
              <a:rPr lang="en-AU" sz="1150">
                <a:solidFill>
                  <a:srgbClr val="1A1A1A"/>
                </a:solidFill>
                <a:ea typeface="+mn-lt"/>
                <a:cs typeface="+mn-lt"/>
              </a:rPr>
              <a:t>of </a:t>
            </a:r>
            <a:r>
              <a:rPr lang="en-AU" sz="1150" b="1">
                <a:solidFill>
                  <a:srgbClr val="1A1A1A"/>
                </a:solidFill>
                <a:ea typeface="+mn-lt"/>
                <a:cs typeface="+mn-lt"/>
              </a:rPr>
              <a:t>152,921 records </a:t>
            </a:r>
            <a:r>
              <a:rPr lang="en-AU" sz="1150" b="1" i="0">
                <a:solidFill>
                  <a:srgbClr val="1A1A1A"/>
                </a:solidFill>
                <a:ea typeface="+mn-lt"/>
                <a:cs typeface="+mn-lt"/>
              </a:rPr>
              <a:t>across </a:t>
            </a:r>
            <a:r>
              <a:rPr lang="en-AU" sz="1150" b="1">
                <a:solidFill>
                  <a:srgbClr val="1A1A1A"/>
                </a:solidFill>
                <a:ea typeface="+mn-lt"/>
                <a:cs typeface="+mn-lt"/>
              </a:rPr>
              <a:t>8 files spanning 16 months</a:t>
            </a:r>
            <a:r>
              <a:rPr lang="en-AU" sz="1150">
                <a:solidFill>
                  <a:srgbClr val="1A1A1A"/>
                </a:solidFill>
                <a:ea typeface="+mn-lt"/>
                <a:cs typeface="+mn-lt"/>
              </a:rPr>
              <a:t> of </a:t>
            </a:r>
            <a:r>
              <a:rPr lang="en-AU" sz="1150" b="0" i="0">
                <a:solidFill>
                  <a:srgbClr val="1A1A1A"/>
                </a:solidFill>
                <a:ea typeface="+mn-lt"/>
                <a:cs typeface="+mn-lt"/>
              </a:rPr>
              <a:t>Executive Committee travel &amp; expense claims</a:t>
            </a:r>
            <a:r>
              <a:rPr lang="en-AU" sz="1150">
                <a:solidFill>
                  <a:srgbClr val="1A1A1A"/>
                </a:solidFill>
                <a:ea typeface="+mn-lt"/>
                <a:cs typeface="+mn-lt"/>
              </a:rPr>
              <a:t>. End-to-end in less than a day with </a:t>
            </a:r>
            <a:r>
              <a:rPr lang="en-AU" sz="1150" b="1">
                <a:solidFill>
                  <a:srgbClr val="1A1A1A"/>
                </a:solidFill>
                <a:ea typeface="+mn-lt"/>
                <a:cs typeface="+mn-lt"/>
              </a:rPr>
              <a:t>documentation </a:t>
            </a:r>
            <a:r>
              <a:rPr lang="en-AU" sz="1150">
                <a:solidFill>
                  <a:srgbClr val="1A1A1A"/>
                </a:solidFill>
                <a:ea typeface="+mn-lt"/>
                <a:cs typeface="+mn-lt"/>
              </a:rPr>
              <a:t>and </a:t>
            </a:r>
            <a:r>
              <a:rPr lang="en-AU" sz="1150" b="1">
                <a:solidFill>
                  <a:srgbClr val="1A1A1A"/>
                </a:solidFill>
                <a:ea typeface="+mn-lt"/>
                <a:cs typeface="+mn-lt"/>
              </a:rPr>
              <a:t>actionable insights summary</a:t>
            </a:r>
            <a:r>
              <a:rPr lang="en-AU" sz="1150">
                <a:solidFill>
                  <a:srgbClr val="1A1A1A"/>
                </a:solidFill>
                <a:ea typeface="+mn-lt"/>
                <a:cs typeface="+mn-lt"/>
              </a:rPr>
              <a:t>!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2046" name="WBG"/>
          <p:cNvSpPr/>
          <p:nvPr/>
        </p:nvSpPr>
        <p:spPr>
          <a:xfrm>
            <a:off x="8098536" y="1444752"/>
            <a:ext cx="1775460" cy="3931920"/>
          </a:xfrm>
          <a:prstGeom prst="rect">
            <a:avLst/>
          </a:prstGeom>
          <a:solidFill>
            <a:srgbClr val="F2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47" name="WBar"/>
          <p:cNvSpPr/>
          <p:nvPr/>
        </p:nvSpPr>
        <p:spPr>
          <a:xfrm>
            <a:off x="8098536" y="1444752"/>
            <a:ext cx="1775460" cy="146304"/>
          </a:xfrm>
          <a:prstGeom prst="rect">
            <a:avLst/>
          </a:prstGeom>
          <a:solidFill>
            <a:srgbClr val="00323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48" name="TextBox"/>
          <p:cNvSpPr txBox="1"/>
          <p:nvPr/>
        </p:nvSpPr>
        <p:spPr>
          <a:xfrm>
            <a:off x="8263128" y="1755648"/>
            <a:ext cx="1446276" cy="868680"/>
          </a:xfrm>
          <a:prstGeom prst="rect">
            <a:avLst/>
          </a:prstGeom>
          <a:noFill/>
        </p:spPr>
        <p:txBody>
          <a:bodyPr wrap="square" lIns="50800" tIns="25400" rIns="50800" bIns="25400" anchor="t"/>
          <a:lstStyle/>
          <a:p>
            <a:pPr algn="l">
              <a:spcBef>
                <a:spcPts val="0"/>
              </a:spcBef>
            </a:pPr>
            <a:r>
              <a:rPr lang="en-AU" sz="1450" b="1" i="0">
                <a:solidFill>
                  <a:srgbClr val="00323A"/>
                </a:solidFill>
                <a:latin typeface="MarkOT-Heavy"/>
              </a:rPr>
              <a:t>Similarity Name-Check Tool</a:t>
            </a:r>
          </a:p>
        </p:txBody>
      </p:sp>
      <p:sp>
        <p:nvSpPr>
          <p:cNvPr id="2049" name="WHL"/>
          <p:cNvSpPr/>
          <p:nvPr/>
        </p:nvSpPr>
        <p:spPr>
          <a:xfrm>
            <a:off x="8263128" y="2670048"/>
            <a:ext cx="1446276" cy="603504"/>
          </a:xfrm>
          <a:prstGeom prst="rect">
            <a:avLst/>
          </a:prstGeom>
          <a:solidFill>
            <a:srgbClr val="E8F3F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50" name="TextBox"/>
          <p:cNvSpPr txBox="1"/>
          <p:nvPr/>
        </p:nvSpPr>
        <p:spPr>
          <a:xfrm>
            <a:off x="8263128" y="2670048"/>
            <a:ext cx="1446276" cy="603504"/>
          </a:xfrm>
          <a:prstGeom prst="rect">
            <a:avLst/>
          </a:prstGeom>
          <a:noFill/>
        </p:spPr>
        <p:txBody>
          <a:bodyPr wrap="square" lIns="50800" tIns="25400" rIns="50800" bIns="25400" anchor="ctr"/>
          <a:lstStyle/>
          <a:p>
            <a:pPr algn="l">
              <a:spcBef>
                <a:spcPts val="0"/>
              </a:spcBef>
            </a:pPr>
            <a:r>
              <a:rPr lang="en-AU" sz="1150" b="1">
                <a:solidFill>
                  <a:srgbClr val="006280"/>
                </a:solidFill>
                <a:latin typeface="MarkOT-Heavy"/>
              </a:rPr>
              <a:t>Handed over to the business</a:t>
            </a:r>
            <a:endParaRPr lang="en-AU" sz="1150" b="1" i="0">
              <a:solidFill>
                <a:srgbClr val="006280"/>
              </a:solidFill>
              <a:latin typeface="MarkOT-Heavy"/>
            </a:endParaRPr>
          </a:p>
        </p:txBody>
      </p:sp>
      <p:sp>
        <p:nvSpPr>
          <p:cNvPr id="2051" name="TextBox"/>
          <p:cNvSpPr txBox="1"/>
          <p:nvPr/>
        </p:nvSpPr>
        <p:spPr>
          <a:xfrm>
            <a:off x="8263128" y="3401568"/>
            <a:ext cx="1446276" cy="1874520"/>
          </a:xfrm>
          <a:prstGeom prst="rect">
            <a:avLst/>
          </a:prstGeom>
          <a:noFill/>
        </p:spPr>
        <p:txBody>
          <a:bodyPr wrap="square" lIns="50800" tIns="25400" rIns="50800" bIns="25400" anchor="t"/>
          <a:lstStyle/>
          <a:p>
            <a:pPr algn="l">
              <a:spcBef>
                <a:spcPts val="0"/>
              </a:spcBef>
            </a:pPr>
            <a:r>
              <a:rPr lang="en-AU" sz="1150" b="0" i="0">
                <a:solidFill>
                  <a:srgbClr val="1A1A1A"/>
                </a:solidFill>
                <a:latin typeface="MarkOT"/>
              </a:rPr>
              <a:t>Reusable tool detecting name similarity for fraud checks — productised analytics, not a one-off. More than</a:t>
            </a:r>
            <a:r>
              <a:rPr lang="en-AU" sz="1150" b="1" i="0">
                <a:solidFill>
                  <a:srgbClr val="1A1A1A"/>
                </a:solidFill>
                <a:latin typeface="MarkOT"/>
              </a:rPr>
              <a:t> 4.2 million records </a:t>
            </a:r>
            <a:r>
              <a:rPr lang="en-AU" sz="1150" b="0" i="0">
                <a:solidFill>
                  <a:srgbClr val="1A1A1A"/>
                </a:solidFill>
                <a:latin typeface="MarkOT"/>
              </a:rPr>
              <a:t>are analysed upon each refresh.</a:t>
            </a:r>
          </a:p>
        </p:txBody>
      </p:sp>
      <p:sp>
        <p:nvSpPr>
          <p:cNvPr id="2052" name="WBG"/>
          <p:cNvSpPr/>
          <p:nvPr/>
        </p:nvSpPr>
        <p:spPr>
          <a:xfrm>
            <a:off x="10020300" y="1444752"/>
            <a:ext cx="1775460" cy="3931920"/>
          </a:xfrm>
          <a:prstGeom prst="rect">
            <a:avLst/>
          </a:prstGeom>
          <a:solidFill>
            <a:srgbClr val="F2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53" name="WBar"/>
          <p:cNvSpPr/>
          <p:nvPr/>
        </p:nvSpPr>
        <p:spPr>
          <a:xfrm>
            <a:off x="10020300" y="1444752"/>
            <a:ext cx="1775460" cy="146304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54" name="TextBox"/>
          <p:cNvSpPr txBox="1"/>
          <p:nvPr/>
        </p:nvSpPr>
        <p:spPr>
          <a:xfrm>
            <a:off x="10184892" y="1755648"/>
            <a:ext cx="1446276" cy="868680"/>
          </a:xfrm>
          <a:prstGeom prst="rect">
            <a:avLst/>
          </a:prstGeom>
          <a:noFill/>
        </p:spPr>
        <p:txBody>
          <a:bodyPr wrap="square" lIns="50800" tIns="25400" rIns="50800" bIns="25400" anchor="t"/>
          <a:lstStyle/>
          <a:p>
            <a:pPr algn="l">
              <a:spcBef>
                <a:spcPts val="0"/>
              </a:spcBef>
            </a:pPr>
            <a:r>
              <a:rPr lang="en-AU" sz="1450" b="1" i="0">
                <a:solidFill>
                  <a:srgbClr val="00323A"/>
                </a:solidFill>
                <a:latin typeface="MarkOT-Heavy"/>
              </a:rPr>
              <a:t>FRM Probity Automation</a:t>
            </a:r>
          </a:p>
        </p:txBody>
      </p:sp>
      <p:sp>
        <p:nvSpPr>
          <p:cNvPr id="2055" name="WHL"/>
          <p:cNvSpPr/>
          <p:nvPr/>
        </p:nvSpPr>
        <p:spPr>
          <a:xfrm>
            <a:off x="10184892" y="2670048"/>
            <a:ext cx="1446276" cy="603504"/>
          </a:xfrm>
          <a:prstGeom prst="rect">
            <a:avLst/>
          </a:prstGeom>
          <a:solidFill>
            <a:srgbClr val="E8F3F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56" name="TextBox"/>
          <p:cNvSpPr txBox="1"/>
          <p:nvPr/>
        </p:nvSpPr>
        <p:spPr>
          <a:xfrm>
            <a:off x="10184892" y="2670048"/>
            <a:ext cx="1446276" cy="603504"/>
          </a:xfrm>
          <a:prstGeom prst="rect">
            <a:avLst/>
          </a:prstGeom>
          <a:noFill/>
        </p:spPr>
        <p:txBody>
          <a:bodyPr wrap="square" lIns="50800" tIns="25400" rIns="50800" bIns="25400" anchor="ctr"/>
          <a:lstStyle/>
          <a:p>
            <a:pPr algn="l">
              <a:spcBef>
                <a:spcPts val="0"/>
              </a:spcBef>
            </a:pPr>
            <a:r>
              <a:rPr lang="en-AU" sz="1150" b="1" i="0">
                <a:solidFill>
                  <a:srgbClr val="006280"/>
                </a:solidFill>
                <a:latin typeface="MarkOT-Heavy"/>
              </a:rPr>
              <a:t>System automation for FRM</a:t>
            </a:r>
          </a:p>
        </p:txBody>
      </p:sp>
      <p:sp>
        <p:nvSpPr>
          <p:cNvPr id="2057" name="TextBox"/>
          <p:cNvSpPr txBox="1"/>
          <p:nvPr/>
        </p:nvSpPr>
        <p:spPr>
          <a:xfrm>
            <a:off x="10184892" y="3401568"/>
            <a:ext cx="1446276" cy="1874520"/>
          </a:xfrm>
          <a:prstGeom prst="rect">
            <a:avLst/>
          </a:prstGeom>
          <a:noFill/>
        </p:spPr>
        <p:txBody>
          <a:bodyPr wrap="square" lIns="50800" tIns="25400" rIns="50800" bIns="25400" anchor="t"/>
          <a:lstStyle/>
          <a:p>
            <a:pPr algn="l">
              <a:spcBef>
                <a:spcPts val="0"/>
              </a:spcBef>
            </a:pPr>
            <a:r>
              <a:rPr lang="en-AU" sz="1150" b="0" i="0">
                <a:solidFill>
                  <a:srgbClr val="1A1A1A"/>
                </a:solidFill>
                <a:latin typeface="MarkOT"/>
              </a:rPr>
              <a:t>Automated the Fraud Risk Management probity-check process — faster, repeatable screening that replaces manual checks.</a:t>
            </a:r>
          </a:p>
        </p:txBody>
      </p:sp>
      <p:sp>
        <p:nvSpPr>
          <p:cNvPr id="2058" name="Rounded Rectangle 2057"/>
          <p:cNvSpPr/>
          <p:nvPr/>
        </p:nvSpPr>
        <p:spPr>
          <a:xfrm>
            <a:off x="6176772" y="1444752"/>
            <a:ext cx="1775460" cy="3931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9" name="Rectangle 2058"/>
          <p:cNvSpPr/>
          <p:nvPr/>
        </p:nvSpPr>
        <p:spPr>
          <a:xfrm>
            <a:off x="6176772" y="1444752"/>
            <a:ext cx="1775460" cy="146304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0" name="TextBox 2059"/>
          <p:cNvSpPr txBox="1"/>
          <p:nvPr/>
        </p:nvSpPr>
        <p:spPr>
          <a:xfrm>
            <a:off x="6341364" y="1755648"/>
            <a:ext cx="14462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9696"/>
                </a:solidFill>
              </a:rPr>
              <a:t>GST Governance (in progress)</a:t>
            </a:r>
          </a:p>
        </p:txBody>
      </p:sp>
      <p:sp>
        <p:nvSpPr>
          <p:cNvPr id="2061" name="Rounded Rectangle 2060"/>
          <p:cNvSpPr/>
          <p:nvPr/>
        </p:nvSpPr>
        <p:spPr>
          <a:xfrm>
            <a:off x="6341364" y="2670048"/>
            <a:ext cx="1446276" cy="603504"/>
          </a:xfrm>
          <a:prstGeom prst="roundRect">
            <a:avLst/>
          </a:prstGeom>
          <a:solidFill>
            <a:srgbClr val="E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2" name="TextBox 2061"/>
          <p:cNvSpPr txBox="1"/>
          <p:nvPr/>
        </p:nvSpPr>
        <p:spPr>
          <a:xfrm>
            <a:off x="6341364" y="2670048"/>
            <a:ext cx="144627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9696"/>
                </a:solidFill>
              </a:rPr>
              <a:t>Full-population across 4 billing systems</a:t>
            </a:r>
          </a:p>
        </p:txBody>
      </p:sp>
      <p:sp>
        <p:nvSpPr>
          <p:cNvPr id="2063" name="TextBox 2062"/>
          <p:cNvSpPr txBox="1"/>
          <p:nvPr/>
        </p:nvSpPr>
        <p:spPr>
          <a:xfrm>
            <a:off x="6341364" y="3401568"/>
            <a:ext cx="1446276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2E"/>
                </a:solidFill>
              </a:rPr>
              <a:t>2.7M+ transactions and $209M+ revenue across R1 Amdocs, R2, SVP &amp; SAP. Surfaced ~$107K/yr GST leakage and 1,100+ ineligible-ITC vendors to date. 6 workstreams with auto-generated workpapers, reproducible quarterly in an hour. Scales to new workstreams in days, not months.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>
                <a:latin typeface="MarkOT-Heavy"/>
              </a:rPr>
              <a:t>P</a:t>
            </a:r>
            <a:r>
              <a:rPr err="1">
                <a:latin typeface="MarkOT-Heavy"/>
              </a:rPr>
              <a:t>latform</a:t>
            </a:r>
            <a:r>
              <a:rPr>
                <a:latin typeface="MarkOT-Heavy"/>
              </a:rPr>
              <a:t> &amp; </a:t>
            </a:r>
            <a:r>
              <a:rPr lang="en-AU">
                <a:latin typeface="MarkOT-Heavy"/>
              </a:rPr>
              <a:t>E</a:t>
            </a:r>
            <a:r>
              <a:rPr err="1">
                <a:latin typeface="MarkOT-Heavy"/>
              </a:rPr>
              <a:t>cosystem</a:t>
            </a:r>
            <a:endParaRPr>
              <a:latin typeface="MarkOT-Heavy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24128"/>
            <a:ext cx="11430000" cy="297517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00" b="1" i="0">
                <a:solidFill>
                  <a:srgbClr val="006280"/>
                </a:solidFill>
                <a:latin typeface="MarkOT"/>
              </a:rPr>
              <a:t>We build on governed enterprise rails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3611880" cy="4206240"/>
          </a:xfrm>
          <a:prstGeom prst="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3611880" cy="566928"/>
          </a:xfrm>
          <a:prstGeom prst="rect">
            <a:avLst/>
          </a:prstGeom>
          <a:solidFill>
            <a:srgbClr val="006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3611880" cy="56692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arkOT-Heavy"/>
              </a:rPr>
              <a:t>Data &amp; Compute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423160"/>
            <a:ext cx="3099816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50" b="1" i="0">
                <a:solidFill>
                  <a:srgbClr val="00323A"/>
                </a:solidFill>
                <a:latin typeface="MarkOT"/>
              </a:rPr>
              <a:t>Databricks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A1A1A"/>
                </a:solidFill>
                <a:latin typeface="MarkOT"/>
              </a:rPr>
              <a:t>SQL &amp; Cluster Compute; Unity Catalog (own private Sandpit coming)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291839"/>
            <a:ext cx="3099816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50" b="1" i="0">
                <a:solidFill>
                  <a:srgbClr val="00323A"/>
                </a:solidFill>
                <a:latin typeface="MarkOT"/>
              </a:rPr>
              <a:t>Genie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A1A1A"/>
                </a:solidFill>
                <a:latin typeface="MarkOT"/>
              </a:rPr>
              <a:t>Natural-language querying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4160520"/>
            <a:ext cx="3099816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50" b="1" i="0">
                <a:solidFill>
                  <a:srgbClr val="00323A"/>
                </a:solidFill>
                <a:latin typeface="MarkOT"/>
              </a:rPr>
              <a:t>Power BI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A1A1A"/>
                </a:solidFill>
                <a:latin typeface="MarkOT"/>
              </a:rPr>
              <a:t>Dashboards &amp; visualisation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645920"/>
            <a:ext cx="3611880" cy="4206240"/>
          </a:xfrm>
          <a:prstGeom prst="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645920"/>
            <a:ext cx="3611880" cy="566928"/>
          </a:xfrm>
          <a:prstGeom prst="rect">
            <a:avLst/>
          </a:prstGeom>
          <a:solidFill>
            <a:srgbClr val="FF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1645920"/>
            <a:ext cx="3611880" cy="56692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arkOT-Heavy"/>
              </a:rPr>
              <a:t>AI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423160"/>
            <a:ext cx="3099816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50" b="1" i="0">
                <a:solidFill>
                  <a:srgbClr val="00323A"/>
                </a:solidFill>
                <a:latin typeface="MarkOT"/>
              </a:rPr>
              <a:t>Optus AI Foundations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A1A1A"/>
                </a:solidFill>
                <a:latin typeface="MarkOT"/>
              </a:rPr>
              <a:t>The governed AI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3291839"/>
            <a:ext cx="3099816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50" b="1" i="0">
                <a:solidFill>
                  <a:srgbClr val="00323A"/>
                </a:solidFill>
                <a:latin typeface="MarkOT"/>
              </a:rPr>
              <a:t>Auto Eval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A1A1A"/>
                </a:solidFill>
                <a:latin typeface="MarkOT"/>
              </a:rPr>
              <a:t>LLM quality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4160520"/>
            <a:ext cx="3099816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50" b="1" i="0">
                <a:solidFill>
                  <a:srgbClr val="00323A"/>
                </a:solidFill>
                <a:latin typeface="MarkOT"/>
              </a:rPr>
              <a:t>YesGPT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A1A1A"/>
                </a:solidFill>
                <a:latin typeface="MarkOT"/>
              </a:rPr>
              <a:t>Enterprise assistant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5029200"/>
            <a:ext cx="3099816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50" b="1" i="0">
                <a:solidFill>
                  <a:srgbClr val="00323A"/>
                </a:solidFill>
                <a:latin typeface="MarkOT"/>
              </a:rPr>
              <a:t>Skills &amp; Agents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A1A1A"/>
                </a:solidFill>
                <a:latin typeface="MarkOT"/>
              </a:rPr>
              <a:t>Reusable audit automations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66760" y="1645920"/>
            <a:ext cx="3611880" cy="4206240"/>
          </a:xfrm>
          <a:prstGeom prst="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366760" y="1645920"/>
            <a:ext cx="3611880" cy="566928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66760" y="1645920"/>
            <a:ext cx="3611880" cy="56692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arkOT-Heavy"/>
              </a:rPr>
              <a:t>Build &amp; Delivery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22792" y="2423160"/>
            <a:ext cx="3099816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50" b="1" i="0">
                <a:solidFill>
                  <a:srgbClr val="00323A"/>
                </a:solidFill>
                <a:latin typeface="MarkOT"/>
              </a:rPr>
              <a:t>ONA CDE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A1A1A"/>
                </a:solidFill>
                <a:latin typeface="MarkOT"/>
              </a:rPr>
              <a:t>Cloud dev environment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22792" y="3291839"/>
            <a:ext cx="3099816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50" b="1" i="0">
                <a:solidFill>
                  <a:srgbClr val="00323A"/>
                </a:solidFill>
                <a:latin typeface="MarkOT"/>
              </a:rPr>
              <a:t>OpenCode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A1A1A"/>
                </a:solidFill>
                <a:latin typeface="MarkOT"/>
              </a:rPr>
              <a:t>Agentic coding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22792" y="4160520"/>
            <a:ext cx="3099816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50" b="1" i="0">
                <a:solidFill>
                  <a:srgbClr val="00323A"/>
                </a:solidFill>
                <a:latin typeface="MarkOT"/>
              </a:rPr>
              <a:t>GitLab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A1A1A"/>
                </a:solidFill>
                <a:latin typeface="MarkOT"/>
              </a:rPr>
              <a:t>Source &amp; CI/CD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2792" y="5029200"/>
            <a:ext cx="3099816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50" b="1" i="0">
                <a:solidFill>
                  <a:srgbClr val="00323A"/>
                </a:solidFill>
                <a:latin typeface="MarkOT"/>
              </a:rPr>
              <a:t>Jira / Confluence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A1A1A"/>
                </a:solidFill>
                <a:latin typeface="MarkOT"/>
              </a:rPr>
              <a:t>Workflow &amp; knowledge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8775" y="357188"/>
            <a:ext cx="11471274" cy="695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9696"/>
                </a:solidFill>
              </a:rPr>
              <a:t>AI &amp; Innovation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8775" y="1024128"/>
            <a:ext cx="1147127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A1A2E"/>
                </a:solidFill>
              </a:rPr>
              <a:t>Capabilities being developed and longer-term ambition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00000"/>
            <a:ext cx="3600000" cy="46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700000"/>
            <a:ext cx="3600000" cy="80000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2920" y="1850000"/>
            <a:ext cx="1800000" cy="280000"/>
          </a:xfrm>
          <a:prstGeom prst="roundRect">
            <a:avLst/>
          </a:prstGeom>
          <a:solidFill>
            <a:srgbClr val="D4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Being developed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2920" y="2200000"/>
            <a:ext cx="3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9696"/>
                </a:solidFill>
              </a:rPr>
              <a:t>AI-assisted audit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2920" y="2600000"/>
            <a:ext cx="34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1A1A2E"/>
                </a:solidFill>
              </a:rPr>
              <a:t>• Autonomous testing - Agent plans, codes &amp; runs full-population audit tests; human-in-the-loop evaluates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1A1A2E"/>
                </a:solidFill>
              </a:rPr>
              <a:t>• Enterprise AI stack - Databricks + LLMs for scalable, governed AI-assisted testing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1A1A2E"/>
                </a:solidFill>
              </a:rPr>
              <a:t>• AI-assisted insights - LLM-powered analysis of unstructured data (complaints, transcripts, contracts)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1A1A2E"/>
                </a:solidFill>
              </a:rPr>
              <a:t>• Assurance over AI - Evaluate and audit AI systems with drift detection and accuracy frameworks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2920" y="1700000"/>
            <a:ext cx="3600000" cy="46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2920" y="1700000"/>
            <a:ext cx="3600000" cy="80000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02920" y="1850000"/>
            <a:ext cx="1800000" cy="280000"/>
          </a:xfrm>
          <a:prstGeom prst="round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Longer-term ambition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2920" y="2200000"/>
            <a:ext cx="3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9696"/>
                </a:solidFill>
              </a:rPr>
              <a:t>Predictive risk indicators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2920" y="2600000"/>
            <a:ext cx="34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1A1A2E"/>
                </a:solidFill>
              </a:rPr>
              <a:t>• Predictive risk sensing - Flag emerging risks before they materialise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2920" y="1700000"/>
            <a:ext cx="3600000" cy="46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2920" y="1700000"/>
            <a:ext cx="3600000" cy="80000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02920" y="1850000"/>
            <a:ext cx="1800000" cy="280000"/>
          </a:xfrm>
          <a:prstGeom prst="roundRect">
            <a:avLst/>
          </a:prstGeom>
          <a:solidFill>
            <a:srgbClr val="D4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Being developed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920" y="2200000"/>
            <a:ext cx="3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9696"/>
                </a:solidFill>
              </a:rPr>
              <a:t>Continuous auditing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920" y="2600000"/>
            <a:ext cx="34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1A1A2E"/>
                </a:solidFill>
              </a:rPr>
              <a:t>• Always-on assurance - Ongoing, automated monitoring of controls &amp; transactions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1A1A2E"/>
                </a:solidFill>
              </a:rPr>
              <a:t>• Point-in-time to continuous - Shift from periodic to real-time audit coverage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8775" y="357188"/>
            <a:ext cx="11471274" cy="695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323A"/>
                </a:solidFill>
                <a:latin typeface="MarkOT-Heavy"/>
              </a:rPr>
              <a:t>Challenges, Actions &amp; Where Support Accelerates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2412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6280"/>
                </a:solidFill>
                <a:latin typeface="MarkOT"/>
              </a:rPr>
              <a:t>Momentum and a capability ready to scale - with the right sponsorship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50000"/>
            <a:ext cx="3200000" cy="420000"/>
          </a:xfrm>
          <a:prstGeom prst="roundRect">
            <a:avLst/>
          </a:prstGeom>
          <a:solidFill>
            <a:srgbClr val="00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2920" y="1610000"/>
            <a:ext cx="3000000" cy="3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MarkOT-Heavy"/>
              </a:rPr>
              <a:t>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82920" y="1550000"/>
            <a:ext cx="3900000" cy="420000"/>
          </a:xfrm>
          <a:prstGeom prst="roundRect">
            <a:avLst/>
          </a:prstGeom>
          <a:solidFill>
            <a:srgbClr val="006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82920" y="1610000"/>
            <a:ext cx="3700000" cy="3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MarkOT-Heavy"/>
              </a:rPr>
              <a:t>What we're doing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62920" y="1550000"/>
            <a:ext cx="3900000" cy="420000"/>
          </a:xfrm>
          <a:prstGeom prst="round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2920" y="1610000"/>
            <a:ext cx="3700000" cy="3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MarkOT-Heavy"/>
              </a:rPr>
              <a:t>Where support accelerates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30000"/>
            <a:ext cx="3200000" cy="1050000"/>
          </a:xfrm>
          <a:prstGeom prst="roundRect">
            <a:avLst/>
          </a:prstGeom>
          <a:solidFill>
            <a:srgbClr val="E8F4F8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2920" y="2130000"/>
            <a:ext cx="2960000" cy="8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00323A"/>
                </a:solidFill>
                <a:latin typeface="MarkOT-Heavy"/>
              </a:rPr>
              <a:t>Innovation vs delivery tension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82920" y="2030000"/>
            <a:ext cx="3900000" cy="1050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02920" y="2130000"/>
            <a:ext cx="3660000" cy="8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MarkOT"/>
              </a:rPr>
              <a:t>Productising wins so they rerun in hours; building reusable frameworks that compound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62920" y="2030000"/>
            <a:ext cx="3900000" cy="1050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82920" y="2130000"/>
            <a:ext cx="3660000" cy="8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MarkOT"/>
              </a:rPr>
              <a:t>Protected innovation capacity and a dedicated DART investment budget (platform, tools, training, surge capacity)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160000"/>
            <a:ext cx="3200000" cy="1050000"/>
          </a:xfrm>
          <a:prstGeom prst="roundRect">
            <a:avLst/>
          </a:prstGeom>
          <a:solidFill>
            <a:srgbClr val="E8F4F8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920" y="3260000"/>
            <a:ext cx="2960000" cy="8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00323A"/>
                </a:solidFill>
                <a:latin typeface="MarkOT-Heavy"/>
              </a:rPr>
              <a:t>Talent retention &amp; market competitiveness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82920" y="3160000"/>
            <a:ext cx="3900000" cy="1050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02920" y="3260000"/>
            <a:ext cx="3660000" cy="8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MarkOT"/>
              </a:rPr>
              <a:t>Growing deep ML/AI/NLP specialisation; delivering AD-scope outcomes on a lean team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62920" y="3160000"/>
            <a:ext cx="3900000" cy="1050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82920" y="3260000"/>
            <a:ext cx="3660000" cy="8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MarkOT"/>
              </a:rPr>
              <a:t>Market-aligned specialist remuneration for data/AI roles and a visible technical leadership pathway within 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290000"/>
            <a:ext cx="3200000" cy="1050000"/>
          </a:xfrm>
          <a:prstGeom prst="roundRect">
            <a:avLst/>
          </a:prstGeom>
          <a:solidFill>
            <a:srgbClr val="E8F4F8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2920" y="4390000"/>
            <a:ext cx="2960000" cy="8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00323A"/>
                </a:solidFill>
                <a:latin typeface="MarkOT-Heavy"/>
              </a:rPr>
              <a:t>Adoption gap across IA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82920" y="4290000"/>
            <a:ext cx="3900000" cy="1050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02920" y="4390000"/>
            <a:ext cx="3660000" cy="8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MarkOT"/>
              </a:rPr>
              <a:t>DART Assessment Form at planning; self-service dashboards; upskilling audit teams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62920" y="4290000"/>
            <a:ext cx="3900000" cy="1050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82920" y="4390000"/>
            <a:ext cx="3660000" cy="8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MarkOT"/>
              </a:rPr>
              <a:t>Top-down expectation that analytics-first is the IA default for qualifying audits, not optional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420000"/>
            <a:ext cx="3200000" cy="1050000"/>
          </a:xfrm>
          <a:prstGeom prst="roundRect">
            <a:avLst/>
          </a:prstGeom>
          <a:solidFill>
            <a:srgbClr val="E8F4F8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2920" y="5520000"/>
            <a:ext cx="2960000" cy="8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00323A"/>
                </a:solidFill>
                <a:latin typeface="MarkOT-Heavy"/>
              </a:rPr>
              <a:t>Mandate &amp; prioritisation clarity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82920" y="5420000"/>
            <a:ext cx="3900000" cy="1050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02920" y="5520000"/>
            <a:ext cx="3660000" cy="8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MarkOT"/>
              </a:rPr>
              <a:t>Demonstrating value through wins; expanding scope organically across 5 audit domains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62920" y="5420000"/>
            <a:ext cx="3900000" cy="1050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82920" y="5520000"/>
            <a:ext cx="3660000" cy="8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MarkOT"/>
              </a:rPr>
              <a:t>Explicit CAE-level prioritisation of which audits must engage DART - shift from pull to push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8775" y="357188"/>
            <a:ext cx="11471274" cy="695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323A"/>
                </a:solidFill>
                <a:latin typeface="MarkOT-Heavy"/>
              </a:rPr>
              <a:t>The Leadership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6280"/>
                </a:solidFill>
                <a:latin typeface="MarkOT"/>
              </a:rPr>
              <a:t>Supporting DART's continued maturity and scale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000"/>
            <a:ext cx="5394960" cy="12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00000"/>
            <a:ext cx="5394960" cy="146304"/>
          </a:xfrm>
          <a:prstGeom prst="roundRect">
            <a:avLst/>
          </a:prstGeom>
          <a:solidFill>
            <a:srgbClr val="006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02920" y="1900000"/>
            <a:ext cx="500000" cy="500000"/>
          </a:xfrm>
          <a:prstGeom prst="ellipse">
            <a:avLst/>
          </a:prstGeom>
          <a:solidFill>
            <a:srgbClr val="006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2920" y="1900000"/>
            <a:ext cx="500000" cy="5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arkOT-Heavy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2920" y="1920000"/>
            <a:ext cx="439496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323A"/>
                </a:solidFill>
                <a:latin typeface="MarkOT-Heavy"/>
              </a:rPr>
              <a:t>Protected capacity &amp; dedicated budget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2920" y="2320000"/>
            <a:ext cx="499496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MarkOT"/>
              </a:rPr>
              <a:t>Ring-fence innovation time and establish a dedicated DART budget covering platform, compute, training and surge capacity - invest in the engine, not just the output.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7880" y="1600000"/>
            <a:ext cx="5394960" cy="12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97880" y="1600000"/>
            <a:ext cx="5394960" cy="146304"/>
          </a:xfrm>
          <a:prstGeom prst="roundRect">
            <a:avLst/>
          </a:prstGeom>
          <a:solidFill>
            <a:srgbClr val="006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97880" y="1900000"/>
            <a:ext cx="500000" cy="500000"/>
          </a:xfrm>
          <a:prstGeom prst="ellipse">
            <a:avLst/>
          </a:prstGeom>
          <a:solidFill>
            <a:srgbClr val="006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7880" y="1900000"/>
            <a:ext cx="500000" cy="5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arkOT-Heav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97880" y="1920000"/>
            <a:ext cx="439496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323A"/>
                </a:solidFill>
                <a:latin typeface="MarkOT-Heavy"/>
              </a:rPr>
              <a:t>Analytics-first mandate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7880" y="2320000"/>
            <a:ext cx="499496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MarkOT"/>
              </a:rPr>
              <a:t>Explicit direction: qualifying audits must engage DART. Shift adoption from pull (optional) to push (expected) and set the standard for how IA operates.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50000"/>
            <a:ext cx="5394960" cy="12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2950000"/>
            <a:ext cx="5394960" cy="146304"/>
          </a:xfrm>
          <a:prstGeom prst="roundRect">
            <a:avLst/>
          </a:prstGeom>
          <a:solidFill>
            <a:srgbClr val="006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2920" y="3250000"/>
            <a:ext cx="500000" cy="500000"/>
          </a:xfrm>
          <a:prstGeom prst="ellipse">
            <a:avLst/>
          </a:prstGeom>
          <a:solidFill>
            <a:srgbClr val="006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2920" y="3250000"/>
            <a:ext cx="500000" cy="5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arkOT-Heavy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2920" y="3270000"/>
            <a:ext cx="439496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323A"/>
                </a:solidFill>
                <a:latin typeface="MarkOT-Heavy"/>
              </a:rPr>
              <a:t>Talent investment &amp; career pathway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920" y="3670000"/>
            <a:ext cx="499496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MarkOT"/>
              </a:rPr>
              <a:t>Market-aligned specialist compensation for data/AI roles and a visible technical leadership pathway within IA - so the function can attract and retain the talent it needs to scale.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7880" y="2950000"/>
            <a:ext cx="5394960" cy="12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97880" y="2950000"/>
            <a:ext cx="5394960" cy="146304"/>
          </a:xfrm>
          <a:prstGeom prst="roundRect">
            <a:avLst/>
          </a:prstGeom>
          <a:solidFill>
            <a:srgbClr val="006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297880" y="3250000"/>
            <a:ext cx="500000" cy="500000"/>
          </a:xfrm>
          <a:prstGeom prst="ellipse">
            <a:avLst/>
          </a:prstGeom>
          <a:solidFill>
            <a:srgbClr val="006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7880" y="3250000"/>
            <a:ext cx="500000" cy="5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arkOT-Heavy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7880" y="3270000"/>
            <a:ext cx="439496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323A"/>
                </a:solidFill>
                <a:latin typeface="MarkOT-Heavy"/>
              </a:rPr>
              <a:t>Strategic sponsorship at enterprise level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7880" y="3670000"/>
            <a:ext cx="499496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MarkOT"/>
              </a:rPr>
              <a:t>Champion DART's value at ExCo and Board Audit Committee level. Position IA as a data &amp; AI-forward function and sponsor broader adoption across all audit teams.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arkOT-Heavy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tus_16x9_Theme">
  <a:themeElements>
    <a:clrScheme name="Custom 1">
      <a:dk1>
        <a:srgbClr val="000000"/>
      </a:dk1>
      <a:lt1>
        <a:srgbClr val="FFFFFF"/>
      </a:lt1>
      <a:dk2>
        <a:srgbClr val="00323A"/>
      </a:dk2>
      <a:lt2>
        <a:srgbClr val="E7E6E6"/>
      </a:lt2>
      <a:accent1>
        <a:srgbClr val="006280"/>
      </a:accent1>
      <a:accent2>
        <a:srgbClr val="00A3AD"/>
      </a:accent2>
      <a:accent3>
        <a:srgbClr val="FFCC08"/>
      </a:accent3>
      <a:accent4>
        <a:srgbClr val="00323A"/>
      </a:accent4>
      <a:accent5>
        <a:srgbClr val="FFA100"/>
      </a:accent5>
      <a:accent6>
        <a:srgbClr val="ACAFB2"/>
      </a:accent6>
      <a:hlink>
        <a:srgbClr val="00A3AD"/>
      </a:hlink>
      <a:folHlink>
        <a:srgbClr val="006280"/>
      </a:folHlink>
    </a:clrScheme>
    <a:fontScheme name="Optus_Fonts">
      <a:majorFont>
        <a:latin typeface="MarkOT-Heavy"/>
        <a:ea typeface=""/>
        <a:cs typeface=""/>
      </a:majorFont>
      <a:minorFont>
        <a:latin typeface="MarkO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tus_MasterTemplate_16x9_v9.pptx" id="{936A4993-240A-431C-BC3C-0D6E11CF5884}" vid="{1AB415FE-4760-42E5-B9A8-1FFA14646782}"/>
    </a:ext>
  </a:extLst>
</a:theme>
</file>

<file path=ppt/theme/theme2.xml><?xml version="1.0" encoding="utf-8"?>
<a:theme xmlns:a="http://schemas.openxmlformats.org/drawingml/2006/main" name="Optus_RAP_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tus_MasterTemplate_16x9_v9.pptx" id="{936A4993-240A-431C-BC3C-0D6E11CF5884}" vid="{3E0671B4-5387-4770-8534-ED6785A0AB4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FDE7DAB746354FAEB97CC29909686F" ma:contentTypeVersion="13" ma:contentTypeDescription="Create a new document." ma:contentTypeScope="" ma:versionID="af9ea7f3781febeaed85379abc5c253f">
  <xsd:schema xmlns:xsd="http://www.w3.org/2001/XMLSchema" xmlns:xs="http://www.w3.org/2001/XMLSchema" xmlns:p="http://schemas.microsoft.com/office/2006/metadata/properties" xmlns:ns2="12be0070-3f58-4b53-8b89-36634414086f" xmlns:ns3="f9d3ad9d-1514-4916-81a6-b4ad184a530b" targetNamespace="http://schemas.microsoft.com/office/2006/metadata/properties" ma:root="true" ma:fieldsID="bc512d24d3c88d474b7fb4216723edbf" ns2:_="" ns3:_="">
    <xsd:import namespace="12be0070-3f58-4b53-8b89-36634414086f"/>
    <xsd:import namespace="f9d3ad9d-1514-4916-81a6-b4ad184a53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be0070-3f58-4b53-8b89-3663441408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8e6bd6e5-838d-470b-bead-c38364228bd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d3ad9d-1514-4916-81a6-b4ad184a530b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9185bbe1-d1ce-480d-b513-6f211972f205}" ma:internalName="TaxCatchAll" ma:showField="CatchAllData" ma:web="f9d3ad9d-1514-4916-81a6-b4ad184a530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2be0070-3f58-4b53-8b89-36634414086f">
      <Terms xmlns="http://schemas.microsoft.com/office/infopath/2007/PartnerControls"/>
    </lcf76f155ced4ddcb4097134ff3c332f>
    <TaxCatchAll xmlns="f9d3ad9d-1514-4916-81a6-b4ad184a530b" xsi:nil="true"/>
  </documentManagement>
</p:properties>
</file>

<file path=customXml/itemProps1.xml><?xml version="1.0" encoding="utf-8"?>
<ds:datastoreItem xmlns:ds="http://schemas.openxmlformats.org/officeDocument/2006/customXml" ds:itemID="{BE079CB8-BEFB-4498-ADD2-89FFD1EA7B5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3C3F309-BB55-4967-A35B-E9A388C852C7}">
  <ds:schemaRefs>
    <ds:schemaRef ds:uri="12be0070-3f58-4b53-8b89-36634414086f"/>
    <ds:schemaRef ds:uri="f9d3ad9d-1514-4916-81a6-b4ad184a530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E06BF3A-832B-43A8-9DA4-3C473101D18E}">
  <ds:schemaRefs>
    <ds:schemaRef ds:uri="12be0070-3f58-4b53-8b89-36634414086f"/>
    <ds:schemaRef ds:uri="f9d3ad9d-1514-4916-81a6-b4ad184a530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56ee34bf-ccdb-4d31-bfa7-d70a8087cdcc}" enabled="1" method="Standard" siteId="{17928398-834f-4756-9d9b-525628a13a4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Application>Microsoft Office PowerPoint</Application>
  <PresentationFormat>Widescreen</PresentationFormat>
  <Slides>12</Slides>
  <Notes>12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Optus_16x9_Theme</vt:lpstr>
      <vt:lpstr>Optus_RAP_Theme</vt:lpstr>
      <vt:lpstr>Introducing DART</vt:lpstr>
      <vt:lpstr>Agenda</vt:lpstr>
      <vt:lpstr>Who We Are</vt:lpstr>
      <vt:lpstr>Meet the team</vt:lpstr>
      <vt:lpstr>DART Strategy &amp; Vision</vt:lpstr>
      <vt:lpstr>What we Actually Do</vt:lpstr>
      <vt:lpstr>The Foundation</vt:lpstr>
      <vt:lpstr>Recent Wins</vt:lpstr>
      <vt:lpstr>AI &amp; Innovation Pipeline</vt:lpstr>
      <vt:lpstr>Platform &amp; Ecosystem</vt:lpstr>
      <vt:lpstr>How You Can help Us Go Further</vt:lpstr>
      <vt:lpstr>Thank you</vt:lpstr>
    </vt:vector>
  </TitlesOfParts>
  <Manager>Jacqui O'Brien</Manager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Sugianto Lauw</dc:creator>
  <cp:keywords/>
  <dc:description>Contact: 1300 843 562</dc:description>
  <cp:revision>1</cp:revision>
  <cp:lastPrinted>2020-04-29T02:21:47Z</cp:lastPrinted>
  <dcterms:created xsi:type="dcterms:W3CDTF">2026-08-05T00:38:13Z</dcterms:created>
  <dcterms:modified xsi:type="dcterms:W3CDTF">2026-08-11T03:11:22Z</dcterms:modified>
  <cp:category>Presentation Template Design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0x0101001BFDE7DAB746354FAEB97CC29909686F</vt:lpwstr>
  </property>
  <property fmtid="{D5CDD505-2E9C-101B-9397-08002B2CF9AE}" pid="3" name="TaxKeyword">
    <vt:lpwstr/>
  </property>
  <property fmtid="{D5CDD505-2E9C-101B-9397-08002B2CF9AE}" pid="4" name="GuidesandResourcesAudience">
    <vt:lpwstr/>
  </property>
  <property fmtid="{D5CDD505-2E9C-101B-9397-08002B2CF9AE}" pid="5" name="GuidesandResourcesDocumentType">
    <vt:lpwstr/>
  </property>
  <property fmtid="{D5CDD505-2E9C-101B-9397-08002B2CF9AE}" pid="6" name="GuidesandResourcesTopic">
    <vt:lpwstr/>
  </property>
  <property fmtid="{D5CDD505-2E9C-101B-9397-08002B2CF9AE}" pid="7" name="TaxKeywordTaxHTField">
    <vt:lpwstr/>
  </property>
  <property fmtid="{D5CDD505-2E9C-101B-9397-08002B2CF9AE}" pid="8" name="k3323a3b9322433088a1aed2e1ef00f5">
    <vt:lpwstr/>
  </property>
  <property fmtid="{D5CDD505-2E9C-101B-9397-08002B2CF9AE}" pid="9" name="oe1a6b9e7373478c906a0f36c55ba94f">
    <vt:lpwstr/>
  </property>
  <property fmtid="{D5CDD505-2E9C-101B-9397-08002B2CF9AE}" pid="10" name="ncada5cc6e124528ad027476c2f41995">
    <vt:lpwstr/>
  </property>
  <property fmtid="{D5CDD505-2E9C-101B-9397-08002B2CF9AE}" pid="11" name="GuidesandResourcesDescription">
    <vt:lpwstr/>
  </property>
  <property fmtid="{D5CDD505-2E9C-101B-9397-08002B2CF9AE}" pid="12" name="MediaServiceImageTags">
    <vt:lpwstr/>
  </property>
</Properties>
</file>